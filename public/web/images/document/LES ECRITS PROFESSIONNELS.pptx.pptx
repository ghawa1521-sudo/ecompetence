
<file path=[Content_Types].xml><?xml version="1.0" encoding="utf-8"?>
<Types xmlns="http://schemas.openxmlformats.org/package/2006/content-types">
  <Default Extension="png" ContentType="image/png"/>
  <Default Extension="jpeg" ContentType="image/jpeg"/>
  <Default Extension="wmf" ContentType="image/x-wmf"/>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900" r:id="rId1"/>
  </p:sldMasterIdLst>
  <p:notesMasterIdLst>
    <p:notesMasterId r:id="rId37"/>
  </p:notesMasterIdLst>
  <p:sldIdLst>
    <p:sldId id="256" r:id="rId2"/>
    <p:sldId id="257" r:id="rId3"/>
    <p:sldId id="258" r:id="rId4"/>
    <p:sldId id="277" r:id="rId5"/>
    <p:sldId id="260" r:id="rId6"/>
    <p:sldId id="261" r:id="rId7"/>
    <p:sldId id="262" r:id="rId8"/>
    <p:sldId id="264" r:id="rId9"/>
    <p:sldId id="265" r:id="rId10"/>
    <p:sldId id="267" r:id="rId11"/>
    <p:sldId id="268" r:id="rId12"/>
    <p:sldId id="269" r:id="rId13"/>
    <p:sldId id="270" r:id="rId14"/>
    <p:sldId id="271" r:id="rId15"/>
    <p:sldId id="272" r:id="rId16"/>
    <p:sldId id="273" r:id="rId17"/>
    <p:sldId id="274" r:id="rId18"/>
    <p:sldId id="276" r:id="rId19"/>
    <p:sldId id="263" r:id="rId20"/>
    <p:sldId id="283" r:id="rId21"/>
    <p:sldId id="278" r:id="rId22"/>
    <p:sldId id="279" r:id="rId23"/>
    <p:sldId id="280" r:id="rId24"/>
    <p:sldId id="291" r:id="rId25"/>
    <p:sldId id="290" r:id="rId26"/>
    <p:sldId id="284" r:id="rId27"/>
    <p:sldId id="285" r:id="rId28"/>
    <p:sldId id="282" r:id="rId29"/>
    <p:sldId id="286" r:id="rId30"/>
    <p:sldId id="287" r:id="rId31"/>
    <p:sldId id="288" r:id="rId32"/>
    <p:sldId id="289" r:id="rId33"/>
    <p:sldId id="293" r:id="rId34"/>
    <p:sldId id="294" r:id="rId35"/>
    <p:sldId id="295"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89587" autoAdjust="0"/>
  </p:normalViewPr>
  <p:slideViewPr>
    <p:cSldViewPr snapToGrid="0">
      <p:cViewPr varScale="1">
        <p:scale>
          <a:sx n="67" d="100"/>
          <a:sy n="67" d="100"/>
        </p:scale>
        <p:origin x="858"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A679FFC-EF7F-4394-AD99-748A0D1972E9}" type="doc">
      <dgm:prSet loTypeId="urn:microsoft.com/office/officeart/2005/8/layout/chevron2" loCatId="list" qsTypeId="urn:microsoft.com/office/officeart/2005/8/quickstyle/simple4" qsCatId="simple" csTypeId="urn:microsoft.com/office/officeart/2005/8/colors/accent1_2" csCatId="accent1" phldr="1"/>
      <dgm:spPr/>
      <dgm:t>
        <a:bodyPr/>
        <a:lstStyle/>
        <a:p>
          <a:endParaRPr lang="fr-FR"/>
        </a:p>
      </dgm:t>
    </dgm:pt>
    <dgm:pt modelId="{E4541B71-D53F-4C83-B3E7-4F966B756DAD}">
      <dgm:prSet phldrT="[Texte]"/>
      <dgm:spPr/>
      <dgm:t>
        <a:bodyPr/>
        <a:lstStyle/>
        <a:p>
          <a:r>
            <a:rPr lang="fr-FR" dirty="0" smtClean="0"/>
            <a:t>1</a:t>
          </a:r>
          <a:endParaRPr lang="fr-FR" dirty="0"/>
        </a:p>
      </dgm:t>
    </dgm:pt>
    <dgm:pt modelId="{087EE999-4846-403D-914B-641BAA285B3D}" type="parTrans" cxnId="{7A8316C8-FF5B-4275-A4BA-6EB9FA131F41}">
      <dgm:prSet/>
      <dgm:spPr/>
      <dgm:t>
        <a:bodyPr/>
        <a:lstStyle/>
        <a:p>
          <a:endParaRPr lang="fr-FR"/>
        </a:p>
      </dgm:t>
    </dgm:pt>
    <dgm:pt modelId="{B8789A7A-34E5-4FDB-A33B-1609B6E5E46D}" type="sibTrans" cxnId="{7A8316C8-FF5B-4275-A4BA-6EB9FA131F41}">
      <dgm:prSet/>
      <dgm:spPr/>
      <dgm:t>
        <a:bodyPr/>
        <a:lstStyle/>
        <a:p>
          <a:endParaRPr lang="fr-FR"/>
        </a:p>
      </dgm:t>
    </dgm:pt>
    <dgm:pt modelId="{D14FFA60-9987-4761-A430-2C14ACCFC6F0}">
      <dgm:prSet phldrT="[Texte]"/>
      <dgm:spPr/>
      <dgm:t>
        <a:bodyPr/>
        <a:lstStyle/>
        <a:p>
          <a:r>
            <a:rPr lang="fr-FR" dirty="0" smtClean="0"/>
            <a:t>INTRODUCTION</a:t>
          </a:r>
          <a:endParaRPr lang="fr-FR" dirty="0"/>
        </a:p>
      </dgm:t>
    </dgm:pt>
    <dgm:pt modelId="{45788A79-4F53-4255-88CA-F07048F58DD2}" type="parTrans" cxnId="{66414178-18D4-4BCE-8D3C-C71BA578195E}">
      <dgm:prSet/>
      <dgm:spPr/>
      <dgm:t>
        <a:bodyPr/>
        <a:lstStyle/>
        <a:p>
          <a:endParaRPr lang="fr-FR"/>
        </a:p>
      </dgm:t>
    </dgm:pt>
    <dgm:pt modelId="{B80A36F1-62E7-40BA-ACF9-68B571C08A88}" type="sibTrans" cxnId="{66414178-18D4-4BCE-8D3C-C71BA578195E}">
      <dgm:prSet/>
      <dgm:spPr/>
      <dgm:t>
        <a:bodyPr/>
        <a:lstStyle/>
        <a:p>
          <a:endParaRPr lang="fr-FR"/>
        </a:p>
      </dgm:t>
    </dgm:pt>
    <dgm:pt modelId="{36D43E8C-E27C-4882-931A-7826BD5D5ADA}">
      <dgm:prSet phldrT="[Texte]"/>
      <dgm:spPr/>
      <dgm:t>
        <a:bodyPr/>
        <a:lstStyle/>
        <a:p>
          <a:r>
            <a:rPr lang="fr-FR" dirty="0" smtClean="0"/>
            <a:t>2</a:t>
          </a:r>
          <a:endParaRPr lang="fr-FR" dirty="0"/>
        </a:p>
      </dgm:t>
    </dgm:pt>
    <dgm:pt modelId="{4DCA9749-1D4C-4B6A-8AE2-A1E56A3DFA20}" type="parTrans" cxnId="{8BEA0E65-0026-4F4D-B32E-A2F64D66F9EC}">
      <dgm:prSet/>
      <dgm:spPr/>
      <dgm:t>
        <a:bodyPr/>
        <a:lstStyle/>
        <a:p>
          <a:endParaRPr lang="fr-FR"/>
        </a:p>
      </dgm:t>
    </dgm:pt>
    <dgm:pt modelId="{94EAE7EB-BEEC-4690-BA85-3EC21E64559D}" type="sibTrans" cxnId="{8BEA0E65-0026-4F4D-B32E-A2F64D66F9EC}">
      <dgm:prSet/>
      <dgm:spPr/>
      <dgm:t>
        <a:bodyPr/>
        <a:lstStyle/>
        <a:p>
          <a:endParaRPr lang="fr-FR"/>
        </a:p>
      </dgm:t>
    </dgm:pt>
    <dgm:pt modelId="{F8495446-2410-4E38-9815-E32BE65AA1D3}">
      <dgm:prSet phldrT="[Texte]"/>
      <dgm:spPr/>
      <dgm:t>
        <a:bodyPr/>
        <a:lstStyle/>
        <a:p>
          <a:r>
            <a:rPr lang="fr-FR" dirty="0" smtClean="0"/>
            <a:t>DEFINITION</a:t>
          </a:r>
          <a:endParaRPr lang="fr-FR" dirty="0"/>
        </a:p>
      </dgm:t>
    </dgm:pt>
    <dgm:pt modelId="{3D5E935A-64FA-49B5-B673-7F4D57EC7D2E}" type="parTrans" cxnId="{9C882CA1-D018-438F-B432-82FF83CA7405}">
      <dgm:prSet/>
      <dgm:spPr/>
      <dgm:t>
        <a:bodyPr/>
        <a:lstStyle/>
        <a:p>
          <a:endParaRPr lang="fr-FR"/>
        </a:p>
      </dgm:t>
    </dgm:pt>
    <dgm:pt modelId="{299D46D6-BC73-43F5-A2A4-70C1EE8E8133}" type="sibTrans" cxnId="{9C882CA1-D018-438F-B432-82FF83CA7405}">
      <dgm:prSet/>
      <dgm:spPr/>
      <dgm:t>
        <a:bodyPr/>
        <a:lstStyle/>
        <a:p>
          <a:endParaRPr lang="fr-FR"/>
        </a:p>
      </dgm:t>
    </dgm:pt>
    <dgm:pt modelId="{E94D9F0D-AF9D-4598-87F4-2B1D6EFDF1C0}">
      <dgm:prSet phldrT="[Texte]"/>
      <dgm:spPr/>
      <dgm:t>
        <a:bodyPr/>
        <a:lstStyle/>
        <a:p>
          <a:r>
            <a:rPr lang="fr-FR" dirty="0" smtClean="0"/>
            <a:t>3</a:t>
          </a:r>
          <a:endParaRPr lang="fr-FR" dirty="0"/>
        </a:p>
      </dgm:t>
    </dgm:pt>
    <dgm:pt modelId="{A244563F-0AF8-412B-BF16-4ABB85690CD5}" type="parTrans" cxnId="{AAF5C000-485B-4AB2-A18D-9046891F62D1}">
      <dgm:prSet/>
      <dgm:spPr/>
      <dgm:t>
        <a:bodyPr/>
        <a:lstStyle/>
        <a:p>
          <a:endParaRPr lang="fr-FR"/>
        </a:p>
      </dgm:t>
    </dgm:pt>
    <dgm:pt modelId="{59239197-89A8-4934-96BB-C7C8E3D887CA}" type="sibTrans" cxnId="{AAF5C000-485B-4AB2-A18D-9046891F62D1}">
      <dgm:prSet/>
      <dgm:spPr/>
      <dgm:t>
        <a:bodyPr/>
        <a:lstStyle/>
        <a:p>
          <a:endParaRPr lang="fr-FR"/>
        </a:p>
      </dgm:t>
    </dgm:pt>
    <dgm:pt modelId="{92C6438A-5BBA-4793-828E-0B5D871A6FA2}">
      <dgm:prSet phldrT="[Texte]"/>
      <dgm:spPr/>
      <dgm:t>
        <a:bodyPr/>
        <a:lstStyle/>
        <a:p>
          <a:r>
            <a:rPr lang="fr-FR" dirty="0" smtClean="0"/>
            <a:t>LES DIFFERENTS TYPES D’ECRITS PROFESSIONNELS</a:t>
          </a:r>
          <a:endParaRPr lang="fr-FR" dirty="0"/>
        </a:p>
      </dgm:t>
    </dgm:pt>
    <dgm:pt modelId="{CB111F36-4ACE-421A-983D-6E92FC9B4EC2}" type="parTrans" cxnId="{15601AE6-9B9E-440D-88F8-1895268436AC}">
      <dgm:prSet/>
      <dgm:spPr/>
      <dgm:t>
        <a:bodyPr/>
        <a:lstStyle/>
        <a:p>
          <a:endParaRPr lang="fr-FR"/>
        </a:p>
      </dgm:t>
    </dgm:pt>
    <dgm:pt modelId="{6FFC9EC2-20F2-469E-B945-388F5D7F1CDC}" type="sibTrans" cxnId="{15601AE6-9B9E-440D-88F8-1895268436AC}">
      <dgm:prSet/>
      <dgm:spPr/>
      <dgm:t>
        <a:bodyPr/>
        <a:lstStyle/>
        <a:p>
          <a:endParaRPr lang="fr-FR"/>
        </a:p>
      </dgm:t>
    </dgm:pt>
    <dgm:pt modelId="{C62B008E-4CB4-4D7D-86C2-E33894F13E07}">
      <dgm:prSet/>
      <dgm:spPr/>
      <dgm:t>
        <a:bodyPr/>
        <a:lstStyle/>
        <a:p>
          <a:r>
            <a:rPr lang="fr-FR" dirty="0" smtClean="0"/>
            <a:t>4</a:t>
          </a:r>
          <a:endParaRPr lang="fr-FR" dirty="0"/>
        </a:p>
      </dgm:t>
    </dgm:pt>
    <dgm:pt modelId="{4BDF3E30-0DBC-4197-AAA9-D1A56C3B59E0}" type="parTrans" cxnId="{510B1A83-61A5-4558-B420-87F6E89DE55F}">
      <dgm:prSet/>
      <dgm:spPr/>
      <dgm:t>
        <a:bodyPr/>
        <a:lstStyle/>
        <a:p>
          <a:endParaRPr lang="fr-FR"/>
        </a:p>
      </dgm:t>
    </dgm:pt>
    <dgm:pt modelId="{C606CB66-0E28-4C02-9F0F-3C293105220B}" type="sibTrans" cxnId="{510B1A83-61A5-4558-B420-87F6E89DE55F}">
      <dgm:prSet/>
      <dgm:spPr/>
      <dgm:t>
        <a:bodyPr/>
        <a:lstStyle/>
        <a:p>
          <a:endParaRPr lang="fr-FR"/>
        </a:p>
      </dgm:t>
    </dgm:pt>
    <dgm:pt modelId="{934A3F84-9FBA-42BF-A887-F19FE03F3B06}">
      <dgm:prSet/>
      <dgm:spPr/>
      <dgm:t>
        <a:bodyPr/>
        <a:lstStyle/>
        <a:p>
          <a:r>
            <a:rPr lang="fr-FR" dirty="0" smtClean="0"/>
            <a:t>LE CHOIX D’UN ECRIT PROFESSINEL</a:t>
          </a:r>
          <a:endParaRPr lang="fr-FR" dirty="0"/>
        </a:p>
      </dgm:t>
    </dgm:pt>
    <dgm:pt modelId="{12289E97-FD59-4242-96BD-9244F386DB0F}" type="parTrans" cxnId="{43179693-EE20-407C-B105-EFBC3911256D}">
      <dgm:prSet/>
      <dgm:spPr/>
      <dgm:t>
        <a:bodyPr/>
        <a:lstStyle/>
        <a:p>
          <a:endParaRPr lang="fr-FR"/>
        </a:p>
      </dgm:t>
    </dgm:pt>
    <dgm:pt modelId="{C2A4825C-AE9A-4D17-B572-29F0E53633B4}" type="sibTrans" cxnId="{43179693-EE20-407C-B105-EFBC3911256D}">
      <dgm:prSet/>
      <dgm:spPr/>
      <dgm:t>
        <a:bodyPr/>
        <a:lstStyle/>
        <a:p>
          <a:endParaRPr lang="fr-FR"/>
        </a:p>
      </dgm:t>
    </dgm:pt>
    <dgm:pt modelId="{C73BB673-5F8F-449C-BEF9-BC11341C8B2B}">
      <dgm:prSet/>
      <dgm:spPr/>
      <dgm:t>
        <a:bodyPr/>
        <a:lstStyle/>
        <a:p>
          <a:r>
            <a:rPr lang="fr-FR" dirty="0" smtClean="0"/>
            <a:t>5</a:t>
          </a:r>
          <a:endParaRPr lang="fr-FR" dirty="0"/>
        </a:p>
      </dgm:t>
    </dgm:pt>
    <dgm:pt modelId="{F8641A04-95F9-47D0-88E0-2FCB29D470C0}" type="parTrans" cxnId="{D0046488-6047-45FC-9853-99045ED7F0F9}">
      <dgm:prSet/>
      <dgm:spPr/>
      <dgm:t>
        <a:bodyPr/>
        <a:lstStyle/>
        <a:p>
          <a:endParaRPr lang="fr-FR"/>
        </a:p>
      </dgm:t>
    </dgm:pt>
    <dgm:pt modelId="{CA566798-F66D-42E8-9FF3-7E51439E91DF}" type="sibTrans" cxnId="{D0046488-6047-45FC-9853-99045ED7F0F9}">
      <dgm:prSet/>
      <dgm:spPr/>
      <dgm:t>
        <a:bodyPr/>
        <a:lstStyle/>
        <a:p>
          <a:endParaRPr lang="fr-FR"/>
        </a:p>
      </dgm:t>
    </dgm:pt>
    <dgm:pt modelId="{2DB05C5F-7B1F-4A81-96CE-E967DC3ACF9A}">
      <dgm:prSet/>
      <dgm:spPr/>
      <dgm:t>
        <a:bodyPr/>
        <a:lstStyle/>
        <a:p>
          <a:r>
            <a:rPr lang="fr-FR" dirty="0" smtClean="0"/>
            <a:t>COURRIER INTERNE ET COURRIER EXTERNE</a:t>
          </a:r>
          <a:endParaRPr lang="fr-FR" dirty="0"/>
        </a:p>
      </dgm:t>
    </dgm:pt>
    <dgm:pt modelId="{FCA64388-C927-4C06-ABB8-6309EBB59FB4}" type="parTrans" cxnId="{DD8DD8FE-2756-4A91-BE27-73DA5C044FC8}">
      <dgm:prSet/>
      <dgm:spPr/>
      <dgm:t>
        <a:bodyPr/>
        <a:lstStyle/>
        <a:p>
          <a:endParaRPr lang="fr-FR"/>
        </a:p>
      </dgm:t>
    </dgm:pt>
    <dgm:pt modelId="{120B3DC3-B117-49A1-A83D-2C4C4CEA94F4}" type="sibTrans" cxnId="{DD8DD8FE-2756-4A91-BE27-73DA5C044FC8}">
      <dgm:prSet/>
      <dgm:spPr/>
      <dgm:t>
        <a:bodyPr/>
        <a:lstStyle/>
        <a:p>
          <a:endParaRPr lang="fr-FR"/>
        </a:p>
      </dgm:t>
    </dgm:pt>
    <dgm:pt modelId="{F0D77A1A-8BB4-4045-AC3A-14DCF788AA57}">
      <dgm:prSet/>
      <dgm:spPr/>
      <dgm:t>
        <a:bodyPr/>
        <a:lstStyle/>
        <a:p>
          <a:r>
            <a:rPr lang="fr-FR" dirty="0" smtClean="0"/>
            <a:t>6</a:t>
          </a:r>
          <a:endParaRPr lang="fr-FR" dirty="0"/>
        </a:p>
      </dgm:t>
    </dgm:pt>
    <dgm:pt modelId="{5E558473-FD64-4A72-82AA-74D10E30BA63}" type="parTrans" cxnId="{C803732C-CEC4-4446-8015-9D5F831F2554}">
      <dgm:prSet/>
      <dgm:spPr/>
      <dgm:t>
        <a:bodyPr/>
        <a:lstStyle/>
        <a:p>
          <a:endParaRPr lang="fr-FR"/>
        </a:p>
      </dgm:t>
    </dgm:pt>
    <dgm:pt modelId="{E33C4D63-4B5A-4745-BCE2-FD3B76D3B299}" type="sibTrans" cxnId="{C803732C-CEC4-4446-8015-9D5F831F2554}">
      <dgm:prSet/>
      <dgm:spPr/>
      <dgm:t>
        <a:bodyPr/>
        <a:lstStyle/>
        <a:p>
          <a:endParaRPr lang="fr-FR"/>
        </a:p>
      </dgm:t>
    </dgm:pt>
    <dgm:pt modelId="{34AA842D-B4C3-46C4-A7C0-CF96893A39B4}">
      <dgm:prSet/>
      <dgm:spPr/>
      <dgm:t>
        <a:bodyPr/>
        <a:lstStyle/>
        <a:p>
          <a:r>
            <a:rPr lang="fr-FR" dirty="0" smtClean="0"/>
            <a:t>VOCABULAIRE ADMINISTRATIF</a:t>
          </a:r>
          <a:endParaRPr lang="fr-FR" dirty="0"/>
        </a:p>
      </dgm:t>
    </dgm:pt>
    <dgm:pt modelId="{7F3B4984-CC69-4A6C-BBC5-F4361FF33BC8}" type="parTrans" cxnId="{6989348F-77FC-4535-970A-688AC82222BC}">
      <dgm:prSet/>
      <dgm:spPr/>
      <dgm:t>
        <a:bodyPr/>
        <a:lstStyle/>
        <a:p>
          <a:endParaRPr lang="fr-FR"/>
        </a:p>
      </dgm:t>
    </dgm:pt>
    <dgm:pt modelId="{E421D50D-4464-4B11-AF65-72CAC723FF88}" type="sibTrans" cxnId="{6989348F-77FC-4535-970A-688AC82222BC}">
      <dgm:prSet/>
      <dgm:spPr/>
      <dgm:t>
        <a:bodyPr/>
        <a:lstStyle/>
        <a:p>
          <a:endParaRPr lang="fr-FR"/>
        </a:p>
      </dgm:t>
    </dgm:pt>
    <dgm:pt modelId="{9A1877AA-F045-41E1-B7C1-0ECD11E35E72}">
      <dgm:prSet/>
      <dgm:spPr/>
      <dgm:t>
        <a:bodyPr/>
        <a:lstStyle/>
        <a:p>
          <a:r>
            <a:rPr lang="fr-FR" dirty="0" smtClean="0"/>
            <a:t>7</a:t>
          </a:r>
          <a:endParaRPr lang="fr-FR" dirty="0"/>
        </a:p>
      </dgm:t>
    </dgm:pt>
    <dgm:pt modelId="{E7CEC8CE-44C1-4469-8717-172983808812}" type="parTrans" cxnId="{BD10894D-5B16-4C46-A2A1-288E195151A9}">
      <dgm:prSet/>
      <dgm:spPr/>
      <dgm:t>
        <a:bodyPr/>
        <a:lstStyle/>
        <a:p>
          <a:endParaRPr lang="fr-FR"/>
        </a:p>
      </dgm:t>
    </dgm:pt>
    <dgm:pt modelId="{B9E06B02-B2CB-45D4-AF6D-7FB223B5E51C}" type="sibTrans" cxnId="{BD10894D-5B16-4C46-A2A1-288E195151A9}">
      <dgm:prSet/>
      <dgm:spPr/>
      <dgm:t>
        <a:bodyPr/>
        <a:lstStyle/>
        <a:p>
          <a:endParaRPr lang="fr-FR"/>
        </a:p>
      </dgm:t>
    </dgm:pt>
    <dgm:pt modelId="{D2387718-EEE8-4EB2-9793-1A4EC7020915}">
      <dgm:prSet/>
      <dgm:spPr/>
      <dgm:t>
        <a:bodyPr/>
        <a:lstStyle/>
        <a:p>
          <a:r>
            <a:rPr lang="fr-FR" dirty="0" smtClean="0"/>
            <a:t>CONCLUSION</a:t>
          </a:r>
          <a:endParaRPr lang="fr-FR" dirty="0"/>
        </a:p>
      </dgm:t>
    </dgm:pt>
    <dgm:pt modelId="{0010CC06-C28B-4B6E-B674-80D34012DEA0}" type="parTrans" cxnId="{B9BEA910-2F94-40F8-A1C9-E6CF501D92E1}">
      <dgm:prSet/>
      <dgm:spPr/>
      <dgm:t>
        <a:bodyPr/>
        <a:lstStyle/>
        <a:p>
          <a:endParaRPr lang="fr-FR"/>
        </a:p>
      </dgm:t>
    </dgm:pt>
    <dgm:pt modelId="{E3B3D32D-F845-4284-A524-3F79A7FD332E}" type="sibTrans" cxnId="{B9BEA910-2F94-40F8-A1C9-E6CF501D92E1}">
      <dgm:prSet/>
      <dgm:spPr/>
      <dgm:t>
        <a:bodyPr/>
        <a:lstStyle/>
        <a:p>
          <a:endParaRPr lang="fr-FR"/>
        </a:p>
      </dgm:t>
    </dgm:pt>
    <dgm:pt modelId="{82F9D1CD-FB62-49A1-8005-611122735449}" type="pres">
      <dgm:prSet presAssocID="{DA679FFC-EF7F-4394-AD99-748A0D1972E9}" presName="linearFlow" presStyleCnt="0">
        <dgm:presLayoutVars>
          <dgm:dir/>
          <dgm:animLvl val="lvl"/>
          <dgm:resizeHandles val="exact"/>
        </dgm:presLayoutVars>
      </dgm:prSet>
      <dgm:spPr/>
      <dgm:t>
        <a:bodyPr/>
        <a:lstStyle/>
        <a:p>
          <a:endParaRPr lang="fr-FR"/>
        </a:p>
      </dgm:t>
    </dgm:pt>
    <dgm:pt modelId="{D7AFC509-491C-48BE-9A43-1CAC8E6A1BAA}" type="pres">
      <dgm:prSet presAssocID="{E4541B71-D53F-4C83-B3E7-4F966B756DAD}" presName="composite" presStyleCnt="0"/>
      <dgm:spPr/>
    </dgm:pt>
    <dgm:pt modelId="{C8492364-F86C-46A8-8867-E0ABB62C8F51}" type="pres">
      <dgm:prSet presAssocID="{E4541B71-D53F-4C83-B3E7-4F966B756DAD}" presName="parentText" presStyleLbl="alignNode1" presStyleIdx="0" presStyleCnt="7">
        <dgm:presLayoutVars>
          <dgm:chMax val="1"/>
          <dgm:bulletEnabled val="1"/>
        </dgm:presLayoutVars>
      </dgm:prSet>
      <dgm:spPr/>
      <dgm:t>
        <a:bodyPr/>
        <a:lstStyle/>
        <a:p>
          <a:endParaRPr lang="fr-FR"/>
        </a:p>
      </dgm:t>
    </dgm:pt>
    <dgm:pt modelId="{2C3EC907-C3F3-4B2F-B642-100EF7EFA45B}" type="pres">
      <dgm:prSet presAssocID="{E4541B71-D53F-4C83-B3E7-4F966B756DAD}" presName="descendantText" presStyleLbl="alignAcc1" presStyleIdx="0" presStyleCnt="7">
        <dgm:presLayoutVars>
          <dgm:bulletEnabled val="1"/>
        </dgm:presLayoutVars>
      </dgm:prSet>
      <dgm:spPr/>
      <dgm:t>
        <a:bodyPr/>
        <a:lstStyle/>
        <a:p>
          <a:endParaRPr lang="fr-FR"/>
        </a:p>
      </dgm:t>
    </dgm:pt>
    <dgm:pt modelId="{4E824702-5EC2-41C9-AEF1-133B6FE736A8}" type="pres">
      <dgm:prSet presAssocID="{B8789A7A-34E5-4FDB-A33B-1609B6E5E46D}" presName="sp" presStyleCnt="0"/>
      <dgm:spPr/>
    </dgm:pt>
    <dgm:pt modelId="{59CE16A4-D21E-4BED-BEAD-CE6D99916E48}" type="pres">
      <dgm:prSet presAssocID="{36D43E8C-E27C-4882-931A-7826BD5D5ADA}" presName="composite" presStyleCnt="0"/>
      <dgm:spPr/>
    </dgm:pt>
    <dgm:pt modelId="{7F8F35C9-3624-4C92-8445-FB34B210872F}" type="pres">
      <dgm:prSet presAssocID="{36D43E8C-E27C-4882-931A-7826BD5D5ADA}" presName="parentText" presStyleLbl="alignNode1" presStyleIdx="1" presStyleCnt="7">
        <dgm:presLayoutVars>
          <dgm:chMax val="1"/>
          <dgm:bulletEnabled val="1"/>
        </dgm:presLayoutVars>
      </dgm:prSet>
      <dgm:spPr/>
      <dgm:t>
        <a:bodyPr/>
        <a:lstStyle/>
        <a:p>
          <a:endParaRPr lang="fr-FR"/>
        </a:p>
      </dgm:t>
    </dgm:pt>
    <dgm:pt modelId="{8D8DA77B-D64D-4801-8B4F-7E09697AFACE}" type="pres">
      <dgm:prSet presAssocID="{36D43E8C-E27C-4882-931A-7826BD5D5ADA}" presName="descendantText" presStyleLbl="alignAcc1" presStyleIdx="1" presStyleCnt="7">
        <dgm:presLayoutVars>
          <dgm:bulletEnabled val="1"/>
        </dgm:presLayoutVars>
      </dgm:prSet>
      <dgm:spPr/>
      <dgm:t>
        <a:bodyPr/>
        <a:lstStyle/>
        <a:p>
          <a:endParaRPr lang="fr-FR"/>
        </a:p>
      </dgm:t>
    </dgm:pt>
    <dgm:pt modelId="{B425954F-89D3-4717-A0AE-569C3405149F}" type="pres">
      <dgm:prSet presAssocID="{94EAE7EB-BEEC-4690-BA85-3EC21E64559D}" presName="sp" presStyleCnt="0"/>
      <dgm:spPr/>
    </dgm:pt>
    <dgm:pt modelId="{B3560117-68F4-4797-8387-90BFFB093325}" type="pres">
      <dgm:prSet presAssocID="{E94D9F0D-AF9D-4598-87F4-2B1D6EFDF1C0}" presName="composite" presStyleCnt="0"/>
      <dgm:spPr/>
    </dgm:pt>
    <dgm:pt modelId="{8A9AA9DE-98EB-4888-B4B2-C077EEFAA6C4}" type="pres">
      <dgm:prSet presAssocID="{E94D9F0D-AF9D-4598-87F4-2B1D6EFDF1C0}" presName="parentText" presStyleLbl="alignNode1" presStyleIdx="2" presStyleCnt="7">
        <dgm:presLayoutVars>
          <dgm:chMax val="1"/>
          <dgm:bulletEnabled val="1"/>
        </dgm:presLayoutVars>
      </dgm:prSet>
      <dgm:spPr/>
      <dgm:t>
        <a:bodyPr/>
        <a:lstStyle/>
        <a:p>
          <a:endParaRPr lang="fr-FR"/>
        </a:p>
      </dgm:t>
    </dgm:pt>
    <dgm:pt modelId="{5957C7D1-6BB2-4D6F-A434-98735BD10925}" type="pres">
      <dgm:prSet presAssocID="{E94D9F0D-AF9D-4598-87F4-2B1D6EFDF1C0}" presName="descendantText" presStyleLbl="alignAcc1" presStyleIdx="2" presStyleCnt="7">
        <dgm:presLayoutVars>
          <dgm:bulletEnabled val="1"/>
        </dgm:presLayoutVars>
      </dgm:prSet>
      <dgm:spPr/>
      <dgm:t>
        <a:bodyPr/>
        <a:lstStyle/>
        <a:p>
          <a:endParaRPr lang="fr-FR"/>
        </a:p>
      </dgm:t>
    </dgm:pt>
    <dgm:pt modelId="{1747F9BC-5B14-4708-91CA-7D53770B2454}" type="pres">
      <dgm:prSet presAssocID="{59239197-89A8-4934-96BB-C7C8E3D887CA}" presName="sp" presStyleCnt="0"/>
      <dgm:spPr/>
    </dgm:pt>
    <dgm:pt modelId="{D191ED62-10D0-42FA-992A-0C227616790C}" type="pres">
      <dgm:prSet presAssocID="{C62B008E-4CB4-4D7D-86C2-E33894F13E07}" presName="composite" presStyleCnt="0"/>
      <dgm:spPr/>
    </dgm:pt>
    <dgm:pt modelId="{EF0FFD37-8F7F-4FFD-BBAC-5B4AC7A3D730}" type="pres">
      <dgm:prSet presAssocID="{C62B008E-4CB4-4D7D-86C2-E33894F13E07}" presName="parentText" presStyleLbl="alignNode1" presStyleIdx="3" presStyleCnt="7">
        <dgm:presLayoutVars>
          <dgm:chMax val="1"/>
          <dgm:bulletEnabled val="1"/>
        </dgm:presLayoutVars>
      </dgm:prSet>
      <dgm:spPr/>
      <dgm:t>
        <a:bodyPr/>
        <a:lstStyle/>
        <a:p>
          <a:endParaRPr lang="fr-FR"/>
        </a:p>
      </dgm:t>
    </dgm:pt>
    <dgm:pt modelId="{515A2AEA-1FF3-41FA-9E9F-E84B83CC2146}" type="pres">
      <dgm:prSet presAssocID="{C62B008E-4CB4-4D7D-86C2-E33894F13E07}" presName="descendantText" presStyleLbl="alignAcc1" presStyleIdx="3" presStyleCnt="7">
        <dgm:presLayoutVars>
          <dgm:bulletEnabled val="1"/>
        </dgm:presLayoutVars>
      </dgm:prSet>
      <dgm:spPr/>
      <dgm:t>
        <a:bodyPr/>
        <a:lstStyle/>
        <a:p>
          <a:endParaRPr lang="fr-FR"/>
        </a:p>
      </dgm:t>
    </dgm:pt>
    <dgm:pt modelId="{461651D9-44AF-4159-8AD5-B3601D351BF3}" type="pres">
      <dgm:prSet presAssocID="{C606CB66-0E28-4C02-9F0F-3C293105220B}" presName="sp" presStyleCnt="0"/>
      <dgm:spPr/>
    </dgm:pt>
    <dgm:pt modelId="{CA293D32-7D9E-4F8C-86CC-5AD5DDDE9CC1}" type="pres">
      <dgm:prSet presAssocID="{C73BB673-5F8F-449C-BEF9-BC11341C8B2B}" presName="composite" presStyleCnt="0"/>
      <dgm:spPr/>
    </dgm:pt>
    <dgm:pt modelId="{612C66B6-D466-40D6-A4F8-CF9F41D44CC0}" type="pres">
      <dgm:prSet presAssocID="{C73BB673-5F8F-449C-BEF9-BC11341C8B2B}" presName="parentText" presStyleLbl="alignNode1" presStyleIdx="4" presStyleCnt="7">
        <dgm:presLayoutVars>
          <dgm:chMax val="1"/>
          <dgm:bulletEnabled val="1"/>
        </dgm:presLayoutVars>
      </dgm:prSet>
      <dgm:spPr/>
      <dgm:t>
        <a:bodyPr/>
        <a:lstStyle/>
        <a:p>
          <a:endParaRPr lang="fr-FR"/>
        </a:p>
      </dgm:t>
    </dgm:pt>
    <dgm:pt modelId="{B8C15B7F-3FA5-4C99-A9A3-0A640B3D3F8B}" type="pres">
      <dgm:prSet presAssocID="{C73BB673-5F8F-449C-BEF9-BC11341C8B2B}" presName="descendantText" presStyleLbl="alignAcc1" presStyleIdx="4" presStyleCnt="7">
        <dgm:presLayoutVars>
          <dgm:bulletEnabled val="1"/>
        </dgm:presLayoutVars>
      </dgm:prSet>
      <dgm:spPr/>
      <dgm:t>
        <a:bodyPr/>
        <a:lstStyle/>
        <a:p>
          <a:endParaRPr lang="fr-FR"/>
        </a:p>
      </dgm:t>
    </dgm:pt>
    <dgm:pt modelId="{FB5D4FCE-A83E-4413-A5FD-30577E7E340A}" type="pres">
      <dgm:prSet presAssocID="{CA566798-F66D-42E8-9FF3-7E51439E91DF}" presName="sp" presStyleCnt="0"/>
      <dgm:spPr/>
    </dgm:pt>
    <dgm:pt modelId="{099ECB5E-DE4B-43D9-ADF9-4BF932E64D60}" type="pres">
      <dgm:prSet presAssocID="{F0D77A1A-8BB4-4045-AC3A-14DCF788AA57}" presName="composite" presStyleCnt="0"/>
      <dgm:spPr/>
    </dgm:pt>
    <dgm:pt modelId="{7816470B-7627-4CA9-8429-A8D3F16DEEBF}" type="pres">
      <dgm:prSet presAssocID="{F0D77A1A-8BB4-4045-AC3A-14DCF788AA57}" presName="parentText" presStyleLbl="alignNode1" presStyleIdx="5" presStyleCnt="7">
        <dgm:presLayoutVars>
          <dgm:chMax val="1"/>
          <dgm:bulletEnabled val="1"/>
        </dgm:presLayoutVars>
      </dgm:prSet>
      <dgm:spPr/>
      <dgm:t>
        <a:bodyPr/>
        <a:lstStyle/>
        <a:p>
          <a:endParaRPr lang="fr-FR"/>
        </a:p>
      </dgm:t>
    </dgm:pt>
    <dgm:pt modelId="{BCF32E04-C793-41DA-8673-D706CABECCA8}" type="pres">
      <dgm:prSet presAssocID="{F0D77A1A-8BB4-4045-AC3A-14DCF788AA57}" presName="descendantText" presStyleLbl="alignAcc1" presStyleIdx="5" presStyleCnt="7">
        <dgm:presLayoutVars>
          <dgm:bulletEnabled val="1"/>
        </dgm:presLayoutVars>
      </dgm:prSet>
      <dgm:spPr/>
      <dgm:t>
        <a:bodyPr/>
        <a:lstStyle/>
        <a:p>
          <a:endParaRPr lang="fr-FR"/>
        </a:p>
      </dgm:t>
    </dgm:pt>
    <dgm:pt modelId="{F136BCF2-F490-485B-8730-B42DA8C6AB27}" type="pres">
      <dgm:prSet presAssocID="{E33C4D63-4B5A-4745-BCE2-FD3B76D3B299}" presName="sp" presStyleCnt="0"/>
      <dgm:spPr/>
    </dgm:pt>
    <dgm:pt modelId="{AC9CDCEB-0614-4D5D-9FBC-065642909A0E}" type="pres">
      <dgm:prSet presAssocID="{9A1877AA-F045-41E1-B7C1-0ECD11E35E72}" presName="composite" presStyleCnt="0"/>
      <dgm:spPr/>
    </dgm:pt>
    <dgm:pt modelId="{63D38758-F211-40D3-B358-F784A8519C6C}" type="pres">
      <dgm:prSet presAssocID="{9A1877AA-F045-41E1-B7C1-0ECD11E35E72}" presName="parentText" presStyleLbl="alignNode1" presStyleIdx="6" presStyleCnt="7">
        <dgm:presLayoutVars>
          <dgm:chMax val="1"/>
          <dgm:bulletEnabled val="1"/>
        </dgm:presLayoutVars>
      </dgm:prSet>
      <dgm:spPr/>
      <dgm:t>
        <a:bodyPr/>
        <a:lstStyle/>
        <a:p>
          <a:endParaRPr lang="fr-FR"/>
        </a:p>
      </dgm:t>
    </dgm:pt>
    <dgm:pt modelId="{9213347B-7657-4C7F-8614-0874C938EBC0}" type="pres">
      <dgm:prSet presAssocID="{9A1877AA-F045-41E1-B7C1-0ECD11E35E72}" presName="descendantText" presStyleLbl="alignAcc1" presStyleIdx="6" presStyleCnt="7">
        <dgm:presLayoutVars>
          <dgm:bulletEnabled val="1"/>
        </dgm:presLayoutVars>
      </dgm:prSet>
      <dgm:spPr/>
      <dgm:t>
        <a:bodyPr/>
        <a:lstStyle/>
        <a:p>
          <a:endParaRPr lang="fr-FR"/>
        </a:p>
      </dgm:t>
    </dgm:pt>
  </dgm:ptLst>
  <dgm:cxnLst>
    <dgm:cxn modelId="{73E90F99-A8A0-4FAA-A9C6-2E8A8AED5CC0}" type="presOf" srcId="{9A1877AA-F045-41E1-B7C1-0ECD11E35E72}" destId="{63D38758-F211-40D3-B358-F784A8519C6C}" srcOrd="0" destOrd="0" presId="urn:microsoft.com/office/officeart/2005/8/layout/chevron2"/>
    <dgm:cxn modelId="{6896B128-57BE-4706-99E3-7CCC7944A142}" type="presOf" srcId="{C73BB673-5F8F-449C-BEF9-BC11341C8B2B}" destId="{612C66B6-D466-40D6-A4F8-CF9F41D44CC0}" srcOrd="0" destOrd="0" presId="urn:microsoft.com/office/officeart/2005/8/layout/chevron2"/>
    <dgm:cxn modelId="{6989348F-77FC-4535-970A-688AC82222BC}" srcId="{F0D77A1A-8BB4-4045-AC3A-14DCF788AA57}" destId="{34AA842D-B4C3-46C4-A7C0-CF96893A39B4}" srcOrd="0" destOrd="0" parTransId="{7F3B4984-CC69-4A6C-BBC5-F4361FF33BC8}" sibTransId="{E421D50D-4464-4B11-AF65-72CAC723FF88}"/>
    <dgm:cxn modelId="{9C882CA1-D018-438F-B432-82FF83CA7405}" srcId="{36D43E8C-E27C-4882-931A-7826BD5D5ADA}" destId="{F8495446-2410-4E38-9815-E32BE65AA1D3}" srcOrd="0" destOrd="0" parTransId="{3D5E935A-64FA-49B5-B673-7F4D57EC7D2E}" sibTransId="{299D46D6-BC73-43F5-A2A4-70C1EE8E8133}"/>
    <dgm:cxn modelId="{BD10894D-5B16-4C46-A2A1-288E195151A9}" srcId="{DA679FFC-EF7F-4394-AD99-748A0D1972E9}" destId="{9A1877AA-F045-41E1-B7C1-0ECD11E35E72}" srcOrd="6" destOrd="0" parTransId="{E7CEC8CE-44C1-4469-8717-172983808812}" sibTransId="{B9E06B02-B2CB-45D4-AF6D-7FB223B5E51C}"/>
    <dgm:cxn modelId="{66414178-18D4-4BCE-8D3C-C71BA578195E}" srcId="{E4541B71-D53F-4C83-B3E7-4F966B756DAD}" destId="{D14FFA60-9987-4761-A430-2C14ACCFC6F0}" srcOrd="0" destOrd="0" parTransId="{45788A79-4F53-4255-88CA-F07048F58DD2}" sibTransId="{B80A36F1-62E7-40BA-ACF9-68B571C08A88}"/>
    <dgm:cxn modelId="{26CFB19A-AFA1-4BBB-B3A4-2F4B7992170E}" type="presOf" srcId="{2DB05C5F-7B1F-4A81-96CE-E967DC3ACF9A}" destId="{B8C15B7F-3FA5-4C99-A9A3-0A640B3D3F8B}" srcOrd="0" destOrd="0" presId="urn:microsoft.com/office/officeart/2005/8/layout/chevron2"/>
    <dgm:cxn modelId="{15601AE6-9B9E-440D-88F8-1895268436AC}" srcId="{E94D9F0D-AF9D-4598-87F4-2B1D6EFDF1C0}" destId="{92C6438A-5BBA-4793-828E-0B5D871A6FA2}" srcOrd="0" destOrd="0" parTransId="{CB111F36-4ACE-421A-983D-6E92FC9B4EC2}" sibTransId="{6FFC9EC2-20F2-469E-B945-388F5D7F1CDC}"/>
    <dgm:cxn modelId="{C5541C38-AFBA-4C57-80C4-3C775E5E9E11}" type="presOf" srcId="{D2387718-EEE8-4EB2-9793-1A4EC7020915}" destId="{9213347B-7657-4C7F-8614-0874C938EBC0}" srcOrd="0" destOrd="0" presId="urn:microsoft.com/office/officeart/2005/8/layout/chevron2"/>
    <dgm:cxn modelId="{6A450033-E961-452F-AC25-D0B88FAEB3A7}" type="presOf" srcId="{92C6438A-5BBA-4793-828E-0B5D871A6FA2}" destId="{5957C7D1-6BB2-4D6F-A434-98735BD10925}" srcOrd="0" destOrd="0" presId="urn:microsoft.com/office/officeart/2005/8/layout/chevron2"/>
    <dgm:cxn modelId="{510B1A83-61A5-4558-B420-87F6E89DE55F}" srcId="{DA679FFC-EF7F-4394-AD99-748A0D1972E9}" destId="{C62B008E-4CB4-4D7D-86C2-E33894F13E07}" srcOrd="3" destOrd="0" parTransId="{4BDF3E30-0DBC-4197-AAA9-D1A56C3B59E0}" sibTransId="{C606CB66-0E28-4C02-9F0F-3C293105220B}"/>
    <dgm:cxn modelId="{18E8727E-1FA1-4AE2-9919-70FEE9581455}" type="presOf" srcId="{934A3F84-9FBA-42BF-A887-F19FE03F3B06}" destId="{515A2AEA-1FF3-41FA-9E9F-E84B83CC2146}" srcOrd="0" destOrd="0" presId="urn:microsoft.com/office/officeart/2005/8/layout/chevron2"/>
    <dgm:cxn modelId="{AF90BC17-1AE4-46EA-B227-9E06D2FD85A9}" type="presOf" srcId="{F0D77A1A-8BB4-4045-AC3A-14DCF788AA57}" destId="{7816470B-7627-4CA9-8429-A8D3F16DEEBF}" srcOrd="0" destOrd="0" presId="urn:microsoft.com/office/officeart/2005/8/layout/chevron2"/>
    <dgm:cxn modelId="{E909F66E-A57F-4B68-A190-C5402D3CEBF6}" type="presOf" srcId="{D14FFA60-9987-4761-A430-2C14ACCFC6F0}" destId="{2C3EC907-C3F3-4B2F-B642-100EF7EFA45B}" srcOrd="0" destOrd="0" presId="urn:microsoft.com/office/officeart/2005/8/layout/chevron2"/>
    <dgm:cxn modelId="{D82BFA74-5046-4008-959D-6CFD7178A050}" type="presOf" srcId="{34AA842D-B4C3-46C4-A7C0-CF96893A39B4}" destId="{BCF32E04-C793-41DA-8673-D706CABECCA8}" srcOrd="0" destOrd="0" presId="urn:microsoft.com/office/officeart/2005/8/layout/chevron2"/>
    <dgm:cxn modelId="{221B00AB-52CC-4ADA-BED1-9366996F41B1}" type="presOf" srcId="{36D43E8C-E27C-4882-931A-7826BD5D5ADA}" destId="{7F8F35C9-3624-4C92-8445-FB34B210872F}" srcOrd="0" destOrd="0" presId="urn:microsoft.com/office/officeart/2005/8/layout/chevron2"/>
    <dgm:cxn modelId="{7A8316C8-FF5B-4275-A4BA-6EB9FA131F41}" srcId="{DA679FFC-EF7F-4394-AD99-748A0D1972E9}" destId="{E4541B71-D53F-4C83-B3E7-4F966B756DAD}" srcOrd="0" destOrd="0" parTransId="{087EE999-4846-403D-914B-641BAA285B3D}" sibTransId="{B8789A7A-34E5-4FDB-A33B-1609B6E5E46D}"/>
    <dgm:cxn modelId="{8BEA0E65-0026-4F4D-B32E-A2F64D66F9EC}" srcId="{DA679FFC-EF7F-4394-AD99-748A0D1972E9}" destId="{36D43E8C-E27C-4882-931A-7826BD5D5ADA}" srcOrd="1" destOrd="0" parTransId="{4DCA9749-1D4C-4B6A-8AE2-A1E56A3DFA20}" sibTransId="{94EAE7EB-BEEC-4690-BA85-3EC21E64559D}"/>
    <dgm:cxn modelId="{AAF5C000-485B-4AB2-A18D-9046891F62D1}" srcId="{DA679FFC-EF7F-4394-AD99-748A0D1972E9}" destId="{E94D9F0D-AF9D-4598-87F4-2B1D6EFDF1C0}" srcOrd="2" destOrd="0" parTransId="{A244563F-0AF8-412B-BF16-4ABB85690CD5}" sibTransId="{59239197-89A8-4934-96BB-C7C8E3D887CA}"/>
    <dgm:cxn modelId="{D0046488-6047-45FC-9853-99045ED7F0F9}" srcId="{DA679FFC-EF7F-4394-AD99-748A0D1972E9}" destId="{C73BB673-5F8F-449C-BEF9-BC11341C8B2B}" srcOrd="4" destOrd="0" parTransId="{F8641A04-95F9-47D0-88E0-2FCB29D470C0}" sibTransId="{CA566798-F66D-42E8-9FF3-7E51439E91DF}"/>
    <dgm:cxn modelId="{43179693-EE20-407C-B105-EFBC3911256D}" srcId="{C62B008E-4CB4-4D7D-86C2-E33894F13E07}" destId="{934A3F84-9FBA-42BF-A887-F19FE03F3B06}" srcOrd="0" destOrd="0" parTransId="{12289E97-FD59-4242-96BD-9244F386DB0F}" sibTransId="{C2A4825C-AE9A-4D17-B572-29F0E53633B4}"/>
    <dgm:cxn modelId="{E2607B6C-9C25-4E17-A5C3-A4B3DCBE22DA}" type="presOf" srcId="{E94D9F0D-AF9D-4598-87F4-2B1D6EFDF1C0}" destId="{8A9AA9DE-98EB-4888-B4B2-C077EEFAA6C4}" srcOrd="0" destOrd="0" presId="urn:microsoft.com/office/officeart/2005/8/layout/chevron2"/>
    <dgm:cxn modelId="{BB787547-C02C-40F5-BA70-4DC425C18843}" type="presOf" srcId="{F8495446-2410-4E38-9815-E32BE65AA1D3}" destId="{8D8DA77B-D64D-4801-8B4F-7E09697AFACE}" srcOrd="0" destOrd="0" presId="urn:microsoft.com/office/officeart/2005/8/layout/chevron2"/>
    <dgm:cxn modelId="{B9BEA910-2F94-40F8-A1C9-E6CF501D92E1}" srcId="{9A1877AA-F045-41E1-B7C1-0ECD11E35E72}" destId="{D2387718-EEE8-4EB2-9793-1A4EC7020915}" srcOrd="0" destOrd="0" parTransId="{0010CC06-C28B-4B6E-B674-80D34012DEA0}" sibTransId="{E3B3D32D-F845-4284-A524-3F79A7FD332E}"/>
    <dgm:cxn modelId="{C803732C-CEC4-4446-8015-9D5F831F2554}" srcId="{DA679FFC-EF7F-4394-AD99-748A0D1972E9}" destId="{F0D77A1A-8BB4-4045-AC3A-14DCF788AA57}" srcOrd="5" destOrd="0" parTransId="{5E558473-FD64-4A72-82AA-74D10E30BA63}" sibTransId="{E33C4D63-4B5A-4745-BCE2-FD3B76D3B299}"/>
    <dgm:cxn modelId="{1E2F1192-F4A4-40C7-9BE7-67572E57C51B}" type="presOf" srcId="{DA679FFC-EF7F-4394-AD99-748A0D1972E9}" destId="{82F9D1CD-FB62-49A1-8005-611122735449}" srcOrd="0" destOrd="0" presId="urn:microsoft.com/office/officeart/2005/8/layout/chevron2"/>
    <dgm:cxn modelId="{ED4F1DED-9DBF-4697-9FC1-297CDA7CE618}" type="presOf" srcId="{C62B008E-4CB4-4D7D-86C2-E33894F13E07}" destId="{EF0FFD37-8F7F-4FFD-BBAC-5B4AC7A3D730}" srcOrd="0" destOrd="0" presId="urn:microsoft.com/office/officeart/2005/8/layout/chevron2"/>
    <dgm:cxn modelId="{DD8DD8FE-2756-4A91-BE27-73DA5C044FC8}" srcId="{C73BB673-5F8F-449C-BEF9-BC11341C8B2B}" destId="{2DB05C5F-7B1F-4A81-96CE-E967DC3ACF9A}" srcOrd="0" destOrd="0" parTransId="{FCA64388-C927-4C06-ABB8-6309EBB59FB4}" sibTransId="{120B3DC3-B117-49A1-A83D-2C4C4CEA94F4}"/>
    <dgm:cxn modelId="{76AEF60F-5C73-4993-8D6C-8D954BA1C875}" type="presOf" srcId="{E4541B71-D53F-4C83-B3E7-4F966B756DAD}" destId="{C8492364-F86C-46A8-8867-E0ABB62C8F51}" srcOrd="0" destOrd="0" presId="urn:microsoft.com/office/officeart/2005/8/layout/chevron2"/>
    <dgm:cxn modelId="{5BBB7B9F-A753-4DAD-B1E5-CD296E7B0C5F}" type="presParOf" srcId="{82F9D1CD-FB62-49A1-8005-611122735449}" destId="{D7AFC509-491C-48BE-9A43-1CAC8E6A1BAA}" srcOrd="0" destOrd="0" presId="urn:microsoft.com/office/officeart/2005/8/layout/chevron2"/>
    <dgm:cxn modelId="{E76D83E4-6FED-41A1-880E-C721F25044E1}" type="presParOf" srcId="{D7AFC509-491C-48BE-9A43-1CAC8E6A1BAA}" destId="{C8492364-F86C-46A8-8867-E0ABB62C8F51}" srcOrd="0" destOrd="0" presId="urn:microsoft.com/office/officeart/2005/8/layout/chevron2"/>
    <dgm:cxn modelId="{4577E8C6-4226-451D-85D4-FB540337C740}" type="presParOf" srcId="{D7AFC509-491C-48BE-9A43-1CAC8E6A1BAA}" destId="{2C3EC907-C3F3-4B2F-B642-100EF7EFA45B}" srcOrd="1" destOrd="0" presId="urn:microsoft.com/office/officeart/2005/8/layout/chevron2"/>
    <dgm:cxn modelId="{569C5BF6-7273-42D3-835C-5ABA36A274FB}" type="presParOf" srcId="{82F9D1CD-FB62-49A1-8005-611122735449}" destId="{4E824702-5EC2-41C9-AEF1-133B6FE736A8}" srcOrd="1" destOrd="0" presId="urn:microsoft.com/office/officeart/2005/8/layout/chevron2"/>
    <dgm:cxn modelId="{3F07EE79-025F-4CEC-B5BC-313D393A1D71}" type="presParOf" srcId="{82F9D1CD-FB62-49A1-8005-611122735449}" destId="{59CE16A4-D21E-4BED-BEAD-CE6D99916E48}" srcOrd="2" destOrd="0" presId="urn:microsoft.com/office/officeart/2005/8/layout/chevron2"/>
    <dgm:cxn modelId="{0AE4F5A5-A23E-4383-A756-168174B44928}" type="presParOf" srcId="{59CE16A4-D21E-4BED-BEAD-CE6D99916E48}" destId="{7F8F35C9-3624-4C92-8445-FB34B210872F}" srcOrd="0" destOrd="0" presId="urn:microsoft.com/office/officeart/2005/8/layout/chevron2"/>
    <dgm:cxn modelId="{EC8B811C-14D3-4096-8142-94C0C14473CB}" type="presParOf" srcId="{59CE16A4-D21E-4BED-BEAD-CE6D99916E48}" destId="{8D8DA77B-D64D-4801-8B4F-7E09697AFACE}" srcOrd="1" destOrd="0" presId="urn:microsoft.com/office/officeart/2005/8/layout/chevron2"/>
    <dgm:cxn modelId="{6C09AFB3-DF45-4136-94AD-DDB25E10FDE6}" type="presParOf" srcId="{82F9D1CD-FB62-49A1-8005-611122735449}" destId="{B425954F-89D3-4717-A0AE-569C3405149F}" srcOrd="3" destOrd="0" presId="urn:microsoft.com/office/officeart/2005/8/layout/chevron2"/>
    <dgm:cxn modelId="{11E6F631-E567-47D1-B494-031646A4A8CF}" type="presParOf" srcId="{82F9D1CD-FB62-49A1-8005-611122735449}" destId="{B3560117-68F4-4797-8387-90BFFB093325}" srcOrd="4" destOrd="0" presId="urn:microsoft.com/office/officeart/2005/8/layout/chevron2"/>
    <dgm:cxn modelId="{7C930EEE-2FAE-4D1C-ABD3-18AF426BC687}" type="presParOf" srcId="{B3560117-68F4-4797-8387-90BFFB093325}" destId="{8A9AA9DE-98EB-4888-B4B2-C077EEFAA6C4}" srcOrd="0" destOrd="0" presId="urn:microsoft.com/office/officeart/2005/8/layout/chevron2"/>
    <dgm:cxn modelId="{67EBFB1D-8FA2-4D30-9AEC-655DE1EB235B}" type="presParOf" srcId="{B3560117-68F4-4797-8387-90BFFB093325}" destId="{5957C7D1-6BB2-4D6F-A434-98735BD10925}" srcOrd="1" destOrd="0" presId="urn:microsoft.com/office/officeart/2005/8/layout/chevron2"/>
    <dgm:cxn modelId="{5FA0FE02-3C17-46C5-8BCB-CB050F790441}" type="presParOf" srcId="{82F9D1CD-FB62-49A1-8005-611122735449}" destId="{1747F9BC-5B14-4708-91CA-7D53770B2454}" srcOrd="5" destOrd="0" presId="urn:microsoft.com/office/officeart/2005/8/layout/chevron2"/>
    <dgm:cxn modelId="{36D6DB6B-5F1E-4AFD-BC6E-310A387FB893}" type="presParOf" srcId="{82F9D1CD-FB62-49A1-8005-611122735449}" destId="{D191ED62-10D0-42FA-992A-0C227616790C}" srcOrd="6" destOrd="0" presId="urn:microsoft.com/office/officeart/2005/8/layout/chevron2"/>
    <dgm:cxn modelId="{54DF47CA-C731-45B2-8F39-006752E4ED1A}" type="presParOf" srcId="{D191ED62-10D0-42FA-992A-0C227616790C}" destId="{EF0FFD37-8F7F-4FFD-BBAC-5B4AC7A3D730}" srcOrd="0" destOrd="0" presId="urn:microsoft.com/office/officeart/2005/8/layout/chevron2"/>
    <dgm:cxn modelId="{BF0C4D1D-F628-4962-BAAF-A370088A9E88}" type="presParOf" srcId="{D191ED62-10D0-42FA-992A-0C227616790C}" destId="{515A2AEA-1FF3-41FA-9E9F-E84B83CC2146}" srcOrd="1" destOrd="0" presId="urn:microsoft.com/office/officeart/2005/8/layout/chevron2"/>
    <dgm:cxn modelId="{D9D7DF82-14BA-473B-B643-9030F566BD9D}" type="presParOf" srcId="{82F9D1CD-FB62-49A1-8005-611122735449}" destId="{461651D9-44AF-4159-8AD5-B3601D351BF3}" srcOrd="7" destOrd="0" presId="urn:microsoft.com/office/officeart/2005/8/layout/chevron2"/>
    <dgm:cxn modelId="{29ECD3C1-4E4B-4314-871A-33E045AD5ED9}" type="presParOf" srcId="{82F9D1CD-FB62-49A1-8005-611122735449}" destId="{CA293D32-7D9E-4F8C-86CC-5AD5DDDE9CC1}" srcOrd="8" destOrd="0" presId="urn:microsoft.com/office/officeart/2005/8/layout/chevron2"/>
    <dgm:cxn modelId="{01074BBA-2C28-4150-A782-B3CB5C409C33}" type="presParOf" srcId="{CA293D32-7D9E-4F8C-86CC-5AD5DDDE9CC1}" destId="{612C66B6-D466-40D6-A4F8-CF9F41D44CC0}" srcOrd="0" destOrd="0" presId="urn:microsoft.com/office/officeart/2005/8/layout/chevron2"/>
    <dgm:cxn modelId="{01778CE5-383C-4EAB-88F8-13187C201B93}" type="presParOf" srcId="{CA293D32-7D9E-4F8C-86CC-5AD5DDDE9CC1}" destId="{B8C15B7F-3FA5-4C99-A9A3-0A640B3D3F8B}" srcOrd="1" destOrd="0" presId="urn:microsoft.com/office/officeart/2005/8/layout/chevron2"/>
    <dgm:cxn modelId="{A7407B9B-0ACB-4785-87DE-B749519EE934}" type="presParOf" srcId="{82F9D1CD-FB62-49A1-8005-611122735449}" destId="{FB5D4FCE-A83E-4413-A5FD-30577E7E340A}" srcOrd="9" destOrd="0" presId="urn:microsoft.com/office/officeart/2005/8/layout/chevron2"/>
    <dgm:cxn modelId="{1704FA2C-CADE-4AD0-867E-2C868A5CC840}" type="presParOf" srcId="{82F9D1CD-FB62-49A1-8005-611122735449}" destId="{099ECB5E-DE4B-43D9-ADF9-4BF932E64D60}" srcOrd="10" destOrd="0" presId="urn:microsoft.com/office/officeart/2005/8/layout/chevron2"/>
    <dgm:cxn modelId="{6EF80BF9-7BD4-4FD0-BDA1-5581096BD505}" type="presParOf" srcId="{099ECB5E-DE4B-43D9-ADF9-4BF932E64D60}" destId="{7816470B-7627-4CA9-8429-A8D3F16DEEBF}" srcOrd="0" destOrd="0" presId="urn:microsoft.com/office/officeart/2005/8/layout/chevron2"/>
    <dgm:cxn modelId="{E3014CBD-5B9B-4506-A6C3-2E7C1A21CA9F}" type="presParOf" srcId="{099ECB5E-DE4B-43D9-ADF9-4BF932E64D60}" destId="{BCF32E04-C793-41DA-8673-D706CABECCA8}" srcOrd="1" destOrd="0" presId="urn:microsoft.com/office/officeart/2005/8/layout/chevron2"/>
    <dgm:cxn modelId="{4B4689F5-1542-40EA-9AAE-5D8EA5529C61}" type="presParOf" srcId="{82F9D1CD-FB62-49A1-8005-611122735449}" destId="{F136BCF2-F490-485B-8730-B42DA8C6AB27}" srcOrd="11" destOrd="0" presId="urn:microsoft.com/office/officeart/2005/8/layout/chevron2"/>
    <dgm:cxn modelId="{6F89D998-C561-45D3-9E37-AFF71C574DB1}" type="presParOf" srcId="{82F9D1CD-FB62-49A1-8005-611122735449}" destId="{AC9CDCEB-0614-4D5D-9FBC-065642909A0E}" srcOrd="12" destOrd="0" presId="urn:microsoft.com/office/officeart/2005/8/layout/chevron2"/>
    <dgm:cxn modelId="{DA1E845A-59C5-45F0-8907-C27466598DB9}" type="presParOf" srcId="{AC9CDCEB-0614-4D5D-9FBC-065642909A0E}" destId="{63D38758-F211-40D3-B358-F784A8519C6C}" srcOrd="0" destOrd="0" presId="urn:microsoft.com/office/officeart/2005/8/layout/chevron2"/>
    <dgm:cxn modelId="{87B9044F-B8A6-4F5F-B9F0-8543983F9178}" type="presParOf" srcId="{AC9CDCEB-0614-4D5D-9FBC-065642909A0E}" destId="{9213347B-7657-4C7F-8614-0874C938EBC0}"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C20F502-825C-4803-BC07-0AEBD845CBFC}" type="doc">
      <dgm:prSet loTypeId="urn:microsoft.com/office/officeart/2005/8/layout/radial6" loCatId="cycle" qsTypeId="urn:microsoft.com/office/officeart/2005/8/quickstyle/simple2" qsCatId="simple" csTypeId="urn:microsoft.com/office/officeart/2005/8/colors/accent1_2" csCatId="accent1" phldr="1"/>
      <dgm:spPr/>
      <dgm:t>
        <a:bodyPr/>
        <a:lstStyle/>
        <a:p>
          <a:endParaRPr lang="fr-FR"/>
        </a:p>
      </dgm:t>
    </dgm:pt>
    <dgm:pt modelId="{1FFFC2DB-CA58-4D1A-8511-CC18D806F121}">
      <dgm:prSet phldrT="[Texte]"/>
      <dgm:spPr/>
      <dgm:t>
        <a:bodyPr/>
        <a:lstStyle/>
        <a:p>
          <a:r>
            <a:rPr lang="fr-FR" dirty="0" smtClean="0"/>
            <a:t>Ecrits</a:t>
          </a:r>
          <a:endParaRPr lang="fr-FR" dirty="0"/>
        </a:p>
      </dgm:t>
    </dgm:pt>
    <dgm:pt modelId="{32F5C35A-5911-46B9-A37C-BDB72A5594EE}" type="parTrans" cxnId="{11CDC522-4774-46E0-9801-8A20B7D55879}">
      <dgm:prSet/>
      <dgm:spPr/>
      <dgm:t>
        <a:bodyPr/>
        <a:lstStyle/>
        <a:p>
          <a:endParaRPr lang="fr-FR"/>
        </a:p>
      </dgm:t>
    </dgm:pt>
    <dgm:pt modelId="{91F373B9-268F-4FB3-A99A-BF832F5A7C99}" type="sibTrans" cxnId="{11CDC522-4774-46E0-9801-8A20B7D55879}">
      <dgm:prSet/>
      <dgm:spPr/>
      <dgm:t>
        <a:bodyPr/>
        <a:lstStyle/>
        <a:p>
          <a:endParaRPr lang="fr-FR"/>
        </a:p>
      </dgm:t>
    </dgm:pt>
    <dgm:pt modelId="{DBC340EA-76B1-453E-BD53-6FAE8B0A6B84}">
      <dgm:prSet phldrT="[Texte]"/>
      <dgm:spPr/>
      <dgm:t>
        <a:bodyPr/>
        <a:lstStyle/>
        <a:p>
          <a:r>
            <a:rPr lang="fr-FR" dirty="0" smtClean="0"/>
            <a:t>Lettre</a:t>
          </a:r>
          <a:endParaRPr lang="fr-FR" dirty="0"/>
        </a:p>
      </dgm:t>
    </dgm:pt>
    <dgm:pt modelId="{D64C68C7-022F-4D59-8205-072BF0862F27}" type="parTrans" cxnId="{1845F249-A48D-41FD-8BF5-2710CC3B4D9B}">
      <dgm:prSet/>
      <dgm:spPr/>
      <dgm:t>
        <a:bodyPr/>
        <a:lstStyle/>
        <a:p>
          <a:endParaRPr lang="fr-FR"/>
        </a:p>
      </dgm:t>
    </dgm:pt>
    <dgm:pt modelId="{A1921BF4-0DDE-4AC9-AB56-898A6E1FF8C0}" type="sibTrans" cxnId="{1845F249-A48D-41FD-8BF5-2710CC3B4D9B}">
      <dgm:prSet/>
      <dgm:spPr/>
      <dgm:t>
        <a:bodyPr/>
        <a:lstStyle/>
        <a:p>
          <a:endParaRPr lang="fr-FR"/>
        </a:p>
      </dgm:t>
    </dgm:pt>
    <dgm:pt modelId="{E69FEDF6-AD6A-4661-9528-55509E2033A3}">
      <dgm:prSet phldrT="[Texte]"/>
      <dgm:spPr/>
      <dgm:t>
        <a:bodyPr/>
        <a:lstStyle/>
        <a:p>
          <a:r>
            <a:rPr lang="fr-FR" dirty="0" smtClean="0"/>
            <a:t>Note </a:t>
          </a:r>
          <a:endParaRPr lang="fr-FR" dirty="0"/>
        </a:p>
      </dgm:t>
    </dgm:pt>
    <dgm:pt modelId="{B658113C-9A75-4AD9-8612-B8C21DEFF460}" type="parTrans" cxnId="{5B3BE9B2-49C1-47C6-98B7-EA748D091053}">
      <dgm:prSet/>
      <dgm:spPr/>
      <dgm:t>
        <a:bodyPr/>
        <a:lstStyle/>
        <a:p>
          <a:endParaRPr lang="fr-FR"/>
        </a:p>
      </dgm:t>
    </dgm:pt>
    <dgm:pt modelId="{3E76726E-BFED-4354-B692-F12E62CA6002}" type="sibTrans" cxnId="{5B3BE9B2-49C1-47C6-98B7-EA748D091053}">
      <dgm:prSet/>
      <dgm:spPr/>
      <dgm:t>
        <a:bodyPr/>
        <a:lstStyle/>
        <a:p>
          <a:endParaRPr lang="fr-FR"/>
        </a:p>
      </dgm:t>
    </dgm:pt>
    <dgm:pt modelId="{DF21DD6F-CB94-43C5-8745-560EAC060C06}">
      <dgm:prSet phldrT="[Texte]"/>
      <dgm:spPr/>
      <dgm:t>
        <a:bodyPr/>
        <a:lstStyle/>
        <a:p>
          <a:r>
            <a:rPr lang="fr-FR" dirty="0" smtClean="0"/>
            <a:t>Compte rendu</a:t>
          </a:r>
          <a:endParaRPr lang="fr-FR" dirty="0"/>
        </a:p>
      </dgm:t>
    </dgm:pt>
    <dgm:pt modelId="{6742A93F-445A-4011-B6DB-69B35BCD64E1}" type="parTrans" cxnId="{CC54B341-419C-472F-91AA-9AFEEC6CDCE9}">
      <dgm:prSet/>
      <dgm:spPr/>
      <dgm:t>
        <a:bodyPr/>
        <a:lstStyle/>
        <a:p>
          <a:endParaRPr lang="fr-FR"/>
        </a:p>
      </dgm:t>
    </dgm:pt>
    <dgm:pt modelId="{67F7A913-9F41-4FCB-A5D0-356789EEC9BE}" type="sibTrans" cxnId="{CC54B341-419C-472F-91AA-9AFEEC6CDCE9}">
      <dgm:prSet/>
      <dgm:spPr/>
      <dgm:t>
        <a:bodyPr/>
        <a:lstStyle/>
        <a:p>
          <a:endParaRPr lang="fr-FR"/>
        </a:p>
      </dgm:t>
    </dgm:pt>
    <dgm:pt modelId="{8DD0C036-5A5E-46A9-935B-A172153CE3C0}">
      <dgm:prSet phldrT="[Texte]"/>
      <dgm:spPr/>
      <dgm:t>
        <a:bodyPr/>
        <a:lstStyle/>
        <a:p>
          <a:r>
            <a:rPr lang="fr-FR" dirty="0" smtClean="0"/>
            <a:t>Fax</a:t>
          </a:r>
          <a:endParaRPr lang="fr-FR" dirty="0"/>
        </a:p>
      </dgm:t>
    </dgm:pt>
    <dgm:pt modelId="{FB648736-68BF-4B37-AD93-5308DE0E3FAC}" type="parTrans" cxnId="{1743B15A-36C7-4F61-A896-660578378813}">
      <dgm:prSet/>
      <dgm:spPr/>
      <dgm:t>
        <a:bodyPr/>
        <a:lstStyle/>
        <a:p>
          <a:endParaRPr lang="fr-FR"/>
        </a:p>
      </dgm:t>
    </dgm:pt>
    <dgm:pt modelId="{91A97EF2-693E-42E0-9831-F6DEDFCF69FA}" type="sibTrans" cxnId="{1743B15A-36C7-4F61-A896-660578378813}">
      <dgm:prSet/>
      <dgm:spPr/>
      <dgm:t>
        <a:bodyPr/>
        <a:lstStyle/>
        <a:p>
          <a:endParaRPr lang="fr-FR"/>
        </a:p>
      </dgm:t>
    </dgm:pt>
    <dgm:pt modelId="{554C55EF-4697-4F46-A3D5-71695172F31E}">
      <dgm:prSet/>
      <dgm:spPr/>
      <dgm:t>
        <a:bodyPr/>
        <a:lstStyle/>
        <a:p>
          <a:r>
            <a:rPr lang="fr-FR" dirty="0" smtClean="0"/>
            <a:t>Courriel</a:t>
          </a:r>
          <a:endParaRPr lang="fr-FR" dirty="0"/>
        </a:p>
      </dgm:t>
    </dgm:pt>
    <dgm:pt modelId="{85BC009A-359D-46B8-B42F-F478ECDBAE54}" type="parTrans" cxnId="{B9C57628-5409-4557-8148-97E061E7536E}">
      <dgm:prSet/>
      <dgm:spPr/>
      <dgm:t>
        <a:bodyPr/>
        <a:lstStyle/>
        <a:p>
          <a:endParaRPr lang="fr-FR"/>
        </a:p>
      </dgm:t>
    </dgm:pt>
    <dgm:pt modelId="{965303DF-1667-46D0-AEDE-BC21DD1C7641}" type="sibTrans" cxnId="{B9C57628-5409-4557-8148-97E061E7536E}">
      <dgm:prSet/>
      <dgm:spPr/>
      <dgm:t>
        <a:bodyPr/>
        <a:lstStyle/>
        <a:p>
          <a:endParaRPr lang="fr-FR"/>
        </a:p>
      </dgm:t>
    </dgm:pt>
    <dgm:pt modelId="{AE64CE71-210D-41DC-86E4-9BA1A417103F}">
      <dgm:prSet/>
      <dgm:spPr/>
      <dgm:t>
        <a:bodyPr/>
        <a:lstStyle/>
        <a:p>
          <a:endParaRPr lang="fr-FR" dirty="0"/>
        </a:p>
      </dgm:t>
    </dgm:pt>
    <dgm:pt modelId="{C7BD12FC-5A7F-4846-BB8A-231A024B5196}" type="parTrans" cxnId="{3616DE35-8A85-45FA-9898-5C690E74B4DF}">
      <dgm:prSet/>
      <dgm:spPr/>
      <dgm:t>
        <a:bodyPr/>
        <a:lstStyle/>
        <a:p>
          <a:endParaRPr lang="fr-FR"/>
        </a:p>
      </dgm:t>
    </dgm:pt>
    <dgm:pt modelId="{33AD139C-BB76-49EC-9206-908B1BA32C8B}" type="sibTrans" cxnId="{3616DE35-8A85-45FA-9898-5C690E74B4DF}">
      <dgm:prSet/>
      <dgm:spPr/>
      <dgm:t>
        <a:bodyPr/>
        <a:lstStyle/>
        <a:p>
          <a:endParaRPr lang="fr-FR"/>
        </a:p>
      </dgm:t>
    </dgm:pt>
    <dgm:pt modelId="{2E2CBAB1-772F-45A9-9768-C50107F42BC4}" type="pres">
      <dgm:prSet presAssocID="{EC20F502-825C-4803-BC07-0AEBD845CBFC}" presName="Name0" presStyleCnt="0">
        <dgm:presLayoutVars>
          <dgm:chMax val="1"/>
          <dgm:dir/>
          <dgm:animLvl val="ctr"/>
          <dgm:resizeHandles val="exact"/>
        </dgm:presLayoutVars>
      </dgm:prSet>
      <dgm:spPr/>
      <dgm:t>
        <a:bodyPr/>
        <a:lstStyle/>
        <a:p>
          <a:endParaRPr lang="fr-FR"/>
        </a:p>
      </dgm:t>
    </dgm:pt>
    <dgm:pt modelId="{7C2D96C9-2353-45F8-A870-DDC51D62B9D5}" type="pres">
      <dgm:prSet presAssocID="{1FFFC2DB-CA58-4D1A-8511-CC18D806F121}" presName="centerShape" presStyleLbl="node0" presStyleIdx="0" presStyleCnt="1"/>
      <dgm:spPr/>
      <dgm:t>
        <a:bodyPr/>
        <a:lstStyle/>
        <a:p>
          <a:endParaRPr lang="fr-FR"/>
        </a:p>
      </dgm:t>
    </dgm:pt>
    <dgm:pt modelId="{0424B714-6336-40B9-B451-BD484A75CE10}" type="pres">
      <dgm:prSet presAssocID="{DBC340EA-76B1-453E-BD53-6FAE8B0A6B84}" presName="node" presStyleLbl="node1" presStyleIdx="0" presStyleCnt="5">
        <dgm:presLayoutVars>
          <dgm:bulletEnabled val="1"/>
        </dgm:presLayoutVars>
      </dgm:prSet>
      <dgm:spPr/>
      <dgm:t>
        <a:bodyPr/>
        <a:lstStyle/>
        <a:p>
          <a:endParaRPr lang="fr-FR"/>
        </a:p>
      </dgm:t>
    </dgm:pt>
    <dgm:pt modelId="{FE177CE0-43F0-432F-815D-28E474B0E3F8}" type="pres">
      <dgm:prSet presAssocID="{DBC340EA-76B1-453E-BD53-6FAE8B0A6B84}" presName="dummy" presStyleCnt="0"/>
      <dgm:spPr/>
    </dgm:pt>
    <dgm:pt modelId="{AFD707C8-BE43-4720-9E81-133C63157F99}" type="pres">
      <dgm:prSet presAssocID="{A1921BF4-0DDE-4AC9-AB56-898A6E1FF8C0}" presName="sibTrans" presStyleLbl="sibTrans2D1" presStyleIdx="0" presStyleCnt="5"/>
      <dgm:spPr/>
      <dgm:t>
        <a:bodyPr/>
        <a:lstStyle/>
        <a:p>
          <a:endParaRPr lang="fr-FR"/>
        </a:p>
      </dgm:t>
    </dgm:pt>
    <dgm:pt modelId="{B77F60CA-B9FE-4176-A053-524A52CA2EE7}" type="pres">
      <dgm:prSet presAssocID="{E69FEDF6-AD6A-4661-9528-55509E2033A3}" presName="node" presStyleLbl="node1" presStyleIdx="1" presStyleCnt="5">
        <dgm:presLayoutVars>
          <dgm:bulletEnabled val="1"/>
        </dgm:presLayoutVars>
      </dgm:prSet>
      <dgm:spPr/>
      <dgm:t>
        <a:bodyPr/>
        <a:lstStyle/>
        <a:p>
          <a:endParaRPr lang="fr-FR"/>
        </a:p>
      </dgm:t>
    </dgm:pt>
    <dgm:pt modelId="{39859E71-15E9-4349-B857-898E73FC00DC}" type="pres">
      <dgm:prSet presAssocID="{E69FEDF6-AD6A-4661-9528-55509E2033A3}" presName="dummy" presStyleCnt="0"/>
      <dgm:spPr/>
    </dgm:pt>
    <dgm:pt modelId="{0C3F0944-63A4-402A-997E-67B1F14B8DBF}" type="pres">
      <dgm:prSet presAssocID="{3E76726E-BFED-4354-B692-F12E62CA6002}" presName="sibTrans" presStyleLbl="sibTrans2D1" presStyleIdx="1" presStyleCnt="5"/>
      <dgm:spPr/>
      <dgm:t>
        <a:bodyPr/>
        <a:lstStyle/>
        <a:p>
          <a:endParaRPr lang="fr-FR"/>
        </a:p>
      </dgm:t>
    </dgm:pt>
    <dgm:pt modelId="{D206E5D8-BF80-4108-BAD5-656D5A438F05}" type="pres">
      <dgm:prSet presAssocID="{DF21DD6F-CB94-43C5-8745-560EAC060C06}" presName="node" presStyleLbl="node1" presStyleIdx="2" presStyleCnt="5">
        <dgm:presLayoutVars>
          <dgm:bulletEnabled val="1"/>
        </dgm:presLayoutVars>
      </dgm:prSet>
      <dgm:spPr/>
      <dgm:t>
        <a:bodyPr/>
        <a:lstStyle/>
        <a:p>
          <a:endParaRPr lang="fr-FR"/>
        </a:p>
      </dgm:t>
    </dgm:pt>
    <dgm:pt modelId="{38029C4B-1493-4555-A831-881CC6418411}" type="pres">
      <dgm:prSet presAssocID="{DF21DD6F-CB94-43C5-8745-560EAC060C06}" presName="dummy" presStyleCnt="0"/>
      <dgm:spPr/>
    </dgm:pt>
    <dgm:pt modelId="{E4FE817A-8AF8-48B3-9A0C-EDF8D8FCB521}" type="pres">
      <dgm:prSet presAssocID="{67F7A913-9F41-4FCB-A5D0-356789EEC9BE}" presName="sibTrans" presStyleLbl="sibTrans2D1" presStyleIdx="2" presStyleCnt="5"/>
      <dgm:spPr/>
      <dgm:t>
        <a:bodyPr/>
        <a:lstStyle/>
        <a:p>
          <a:endParaRPr lang="fr-FR"/>
        </a:p>
      </dgm:t>
    </dgm:pt>
    <dgm:pt modelId="{CA1688FD-772F-4CFC-9C3B-0C27BA90C40C}" type="pres">
      <dgm:prSet presAssocID="{8DD0C036-5A5E-46A9-935B-A172153CE3C0}" presName="node" presStyleLbl="node1" presStyleIdx="3" presStyleCnt="5">
        <dgm:presLayoutVars>
          <dgm:bulletEnabled val="1"/>
        </dgm:presLayoutVars>
      </dgm:prSet>
      <dgm:spPr/>
      <dgm:t>
        <a:bodyPr/>
        <a:lstStyle/>
        <a:p>
          <a:endParaRPr lang="fr-FR"/>
        </a:p>
      </dgm:t>
    </dgm:pt>
    <dgm:pt modelId="{EE839C7F-35D8-4042-B4AA-CC7DED4FA4A1}" type="pres">
      <dgm:prSet presAssocID="{8DD0C036-5A5E-46A9-935B-A172153CE3C0}" presName="dummy" presStyleCnt="0"/>
      <dgm:spPr/>
    </dgm:pt>
    <dgm:pt modelId="{08F877F0-97CC-451C-825F-B315BEF08465}" type="pres">
      <dgm:prSet presAssocID="{91A97EF2-693E-42E0-9831-F6DEDFCF69FA}" presName="sibTrans" presStyleLbl="sibTrans2D1" presStyleIdx="3" presStyleCnt="5"/>
      <dgm:spPr/>
      <dgm:t>
        <a:bodyPr/>
        <a:lstStyle/>
        <a:p>
          <a:endParaRPr lang="fr-FR"/>
        </a:p>
      </dgm:t>
    </dgm:pt>
    <dgm:pt modelId="{9A09FA84-B5A8-4B9F-867D-A5852FED1751}" type="pres">
      <dgm:prSet presAssocID="{554C55EF-4697-4F46-A3D5-71695172F31E}" presName="node" presStyleLbl="node1" presStyleIdx="4" presStyleCnt="5">
        <dgm:presLayoutVars>
          <dgm:bulletEnabled val="1"/>
        </dgm:presLayoutVars>
      </dgm:prSet>
      <dgm:spPr/>
      <dgm:t>
        <a:bodyPr/>
        <a:lstStyle/>
        <a:p>
          <a:endParaRPr lang="fr-FR"/>
        </a:p>
      </dgm:t>
    </dgm:pt>
    <dgm:pt modelId="{26BAF353-CB51-4848-B763-D928521E44C8}" type="pres">
      <dgm:prSet presAssocID="{554C55EF-4697-4F46-A3D5-71695172F31E}" presName="dummy" presStyleCnt="0"/>
      <dgm:spPr/>
    </dgm:pt>
    <dgm:pt modelId="{C1F266DB-A9B4-4C08-A491-56E58C2B9E81}" type="pres">
      <dgm:prSet presAssocID="{965303DF-1667-46D0-AEDE-BC21DD1C7641}" presName="sibTrans" presStyleLbl="sibTrans2D1" presStyleIdx="4" presStyleCnt="5"/>
      <dgm:spPr/>
      <dgm:t>
        <a:bodyPr/>
        <a:lstStyle/>
        <a:p>
          <a:endParaRPr lang="fr-FR"/>
        </a:p>
      </dgm:t>
    </dgm:pt>
  </dgm:ptLst>
  <dgm:cxnLst>
    <dgm:cxn modelId="{21ABB068-5DD6-4675-9B1C-828E47000B9C}" type="presOf" srcId="{554C55EF-4697-4F46-A3D5-71695172F31E}" destId="{9A09FA84-B5A8-4B9F-867D-A5852FED1751}" srcOrd="0" destOrd="0" presId="urn:microsoft.com/office/officeart/2005/8/layout/radial6"/>
    <dgm:cxn modelId="{CC54B341-419C-472F-91AA-9AFEEC6CDCE9}" srcId="{1FFFC2DB-CA58-4D1A-8511-CC18D806F121}" destId="{DF21DD6F-CB94-43C5-8745-560EAC060C06}" srcOrd="2" destOrd="0" parTransId="{6742A93F-445A-4011-B6DB-69B35BCD64E1}" sibTransId="{67F7A913-9F41-4FCB-A5D0-356789EEC9BE}"/>
    <dgm:cxn modelId="{690C4956-0365-41F4-B78F-4A2F21ED6DCC}" type="presOf" srcId="{91A97EF2-693E-42E0-9831-F6DEDFCF69FA}" destId="{08F877F0-97CC-451C-825F-B315BEF08465}" srcOrd="0" destOrd="0" presId="urn:microsoft.com/office/officeart/2005/8/layout/radial6"/>
    <dgm:cxn modelId="{43A74B1C-D818-4D59-99C7-0C73F68CA05B}" type="presOf" srcId="{8DD0C036-5A5E-46A9-935B-A172153CE3C0}" destId="{CA1688FD-772F-4CFC-9C3B-0C27BA90C40C}" srcOrd="0" destOrd="0" presId="urn:microsoft.com/office/officeart/2005/8/layout/radial6"/>
    <dgm:cxn modelId="{F7FE5921-4BC1-4263-96BE-20B1971B2B9C}" type="presOf" srcId="{A1921BF4-0DDE-4AC9-AB56-898A6E1FF8C0}" destId="{AFD707C8-BE43-4720-9E81-133C63157F99}" srcOrd="0" destOrd="0" presId="urn:microsoft.com/office/officeart/2005/8/layout/radial6"/>
    <dgm:cxn modelId="{B9C57628-5409-4557-8148-97E061E7536E}" srcId="{1FFFC2DB-CA58-4D1A-8511-CC18D806F121}" destId="{554C55EF-4697-4F46-A3D5-71695172F31E}" srcOrd="4" destOrd="0" parTransId="{85BC009A-359D-46B8-B42F-F478ECDBAE54}" sibTransId="{965303DF-1667-46D0-AEDE-BC21DD1C7641}"/>
    <dgm:cxn modelId="{28822089-E4DE-4510-A209-5CD95FB4ADA0}" type="presOf" srcId="{3E76726E-BFED-4354-B692-F12E62CA6002}" destId="{0C3F0944-63A4-402A-997E-67B1F14B8DBF}" srcOrd="0" destOrd="0" presId="urn:microsoft.com/office/officeart/2005/8/layout/radial6"/>
    <dgm:cxn modelId="{1845F249-A48D-41FD-8BF5-2710CC3B4D9B}" srcId="{1FFFC2DB-CA58-4D1A-8511-CC18D806F121}" destId="{DBC340EA-76B1-453E-BD53-6FAE8B0A6B84}" srcOrd="0" destOrd="0" parTransId="{D64C68C7-022F-4D59-8205-072BF0862F27}" sibTransId="{A1921BF4-0DDE-4AC9-AB56-898A6E1FF8C0}"/>
    <dgm:cxn modelId="{10C3D489-CDB4-4A88-9B2E-554BDA88F47C}" type="presOf" srcId="{DBC340EA-76B1-453E-BD53-6FAE8B0A6B84}" destId="{0424B714-6336-40B9-B451-BD484A75CE10}" srcOrd="0" destOrd="0" presId="urn:microsoft.com/office/officeart/2005/8/layout/radial6"/>
    <dgm:cxn modelId="{D5D57BAF-6CB0-43A1-9107-D479B896343F}" type="presOf" srcId="{EC20F502-825C-4803-BC07-0AEBD845CBFC}" destId="{2E2CBAB1-772F-45A9-9768-C50107F42BC4}" srcOrd="0" destOrd="0" presId="urn:microsoft.com/office/officeart/2005/8/layout/radial6"/>
    <dgm:cxn modelId="{11CDC522-4774-46E0-9801-8A20B7D55879}" srcId="{EC20F502-825C-4803-BC07-0AEBD845CBFC}" destId="{1FFFC2DB-CA58-4D1A-8511-CC18D806F121}" srcOrd="0" destOrd="0" parTransId="{32F5C35A-5911-46B9-A37C-BDB72A5594EE}" sibTransId="{91F373B9-268F-4FB3-A99A-BF832F5A7C99}"/>
    <dgm:cxn modelId="{5AA1BE07-22AA-4C7F-B8E5-54F0D454B905}" type="presOf" srcId="{E69FEDF6-AD6A-4661-9528-55509E2033A3}" destId="{B77F60CA-B9FE-4176-A053-524A52CA2EE7}" srcOrd="0" destOrd="0" presId="urn:microsoft.com/office/officeart/2005/8/layout/radial6"/>
    <dgm:cxn modelId="{5EE41E0B-A48C-4FFA-ADA8-6D66E161B6A8}" type="presOf" srcId="{965303DF-1667-46D0-AEDE-BC21DD1C7641}" destId="{C1F266DB-A9B4-4C08-A491-56E58C2B9E81}" srcOrd="0" destOrd="0" presId="urn:microsoft.com/office/officeart/2005/8/layout/radial6"/>
    <dgm:cxn modelId="{3EFD4077-C2DB-4FF2-AE5F-3E2FEAE9D014}" type="presOf" srcId="{67F7A913-9F41-4FCB-A5D0-356789EEC9BE}" destId="{E4FE817A-8AF8-48B3-9A0C-EDF8D8FCB521}" srcOrd="0" destOrd="0" presId="urn:microsoft.com/office/officeart/2005/8/layout/radial6"/>
    <dgm:cxn modelId="{1743B15A-36C7-4F61-A896-660578378813}" srcId="{1FFFC2DB-CA58-4D1A-8511-CC18D806F121}" destId="{8DD0C036-5A5E-46A9-935B-A172153CE3C0}" srcOrd="3" destOrd="0" parTransId="{FB648736-68BF-4B37-AD93-5308DE0E3FAC}" sibTransId="{91A97EF2-693E-42E0-9831-F6DEDFCF69FA}"/>
    <dgm:cxn modelId="{A6BE6E5C-ED82-4209-9977-B3D8E88804B6}" type="presOf" srcId="{DF21DD6F-CB94-43C5-8745-560EAC060C06}" destId="{D206E5D8-BF80-4108-BAD5-656D5A438F05}" srcOrd="0" destOrd="0" presId="urn:microsoft.com/office/officeart/2005/8/layout/radial6"/>
    <dgm:cxn modelId="{5B3BE9B2-49C1-47C6-98B7-EA748D091053}" srcId="{1FFFC2DB-CA58-4D1A-8511-CC18D806F121}" destId="{E69FEDF6-AD6A-4661-9528-55509E2033A3}" srcOrd="1" destOrd="0" parTransId="{B658113C-9A75-4AD9-8612-B8C21DEFF460}" sibTransId="{3E76726E-BFED-4354-B692-F12E62CA6002}"/>
    <dgm:cxn modelId="{3616DE35-8A85-45FA-9898-5C690E74B4DF}" srcId="{EC20F502-825C-4803-BC07-0AEBD845CBFC}" destId="{AE64CE71-210D-41DC-86E4-9BA1A417103F}" srcOrd="1" destOrd="0" parTransId="{C7BD12FC-5A7F-4846-BB8A-231A024B5196}" sibTransId="{33AD139C-BB76-49EC-9206-908B1BA32C8B}"/>
    <dgm:cxn modelId="{59B55A50-DF1B-40E5-8E68-838A0061C7BC}" type="presOf" srcId="{1FFFC2DB-CA58-4D1A-8511-CC18D806F121}" destId="{7C2D96C9-2353-45F8-A870-DDC51D62B9D5}" srcOrd="0" destOrd="0" presId="urn:microsoft.com/office/officeart/2005/8/layout/radial6"/>
    <dgm:cxn modelId="{45D53538-A4F9-4FC3-872E-49ED52FF22ED}" type="presParOf" srcId="{2E2CBAB1-772F-45A9-9768-C50107F42BC4}" destId="{7C2D96C9-2353-45F8-A870-DDC51D62B9D5}" srcOrd="0" destOrd="0" presId="urn:microsoft.com/office/officeart/2005/8/layout/radial6"/>
    <dgm:cxn modelId="{1291C553-66D0-4327-AE0E-C59044CE610D}" type="presParOf" srcId="{2E2CBAB1-772F-45A9-9768-C50107F42BC4}" destId="{0424B714-6336-40B9-B451-BD484A75CE10}" srcOrd="1" destOrd="0" presId="urn:microsoft.com/office/officeart/2005/8/layout/radial6"/>
    <dgm:cxn modelId="{77C20B74-ABE2-4464-9711-95460126B9C8}" type="presParOf" srcId="{2E2CBAB1-772F-45A9-9768-C50107F42BC4}" destId="{FE177CE0-43F0-432F-815D-28E474B0E3F8}" srcOrd="2" destOrd="0" presId="urn:microsoft.com/office/officeart/2005/8/layout/radial6"/>
    <dgm:cxn modelId="{DF44D06E-7FC0-4851-A6D7-849CF3CAB977}" type="presParOf" srcId="{2E2CBAB1-772F-45A9-9768-C50107F42BC4}" destId="{AFD707C8-BE43-4720-9E81-133C63157F99}" srcOrd="3" destOrd="0" presId="urn:microsoft.com/office/officeart/2005/8/layout/radial6"/>
    <dgm:cxn modelId="{5AAD4E84-3E30-4A39-9699-B61648397082}" type="presParOf" srcId="{2E2CBAB1-772F-45A9-9768-C50107F42BC4}" destId="{B77F60CA-B9FE-4176-A053-524A52CA2EE7}" srcOrd="4" destOrd="0" presId="urn:microsoft.com/office/officeart/2005/8/layout/radial6"/>
    <dgm:cxn modelId="{15038348-43B1-48B6-BA1C-67C3675DBA36}" type="presParOf" srcId="{2E2CBAB1-772F-45A9-9768-C50107F42BC4}" destId="{39859E71-15E9-4349-B857-898E73FC00DC}" srcOrd="5" destOrd="0" presId="urn:microsoft.com/office/officeart/2005/8/layout/radial6"/>
    <dgm:cxn modelId="{7D8E0F78-D9FF-40FE-9151-0EEF471581BF}" type="presParOf" srcId="{2E2CBAB1-772F-45A9-9768-C50107F42BC4}" destId="{0C3F0944-63A4-402A-997E-67B1F14B8DBF}" srcOrd="6" destOrd="0" presId="urn:microsoft.com/office/officeart/2005/8/layout/radial6"/>
    <dgm:cxn modelId="{53D8382E-1329-4DD0-B4D1-D830FA67BCA9}" type="presParOf" srcId="{2E2CBAB1-772F-45A9-9768-C50107F42BC4}" destId="{D206E5D8-BF80-4108-BAD5-656D5A438F05}" srcOrd="7" destOrd="0" presId="urn:microsoft.com/office/officeart/2005/8/layout/radial6"/>
    <dgm:cxn modelId="{6C4DB9B8-C6DF-4C3A-ACC9-1A5D27C23607}" type="presParOf" srcId="{2E2CBAB1-772F-45A9-9768-C50107F42BC4}" destId="{38029C4B-1493-4555-A831-881CC6418411}" srcOrd="8" destOrd="0" presId="urn:microsoft.com/office/officeart/2005/8/layout/radial6"/>
    <dgm:cxn modelId="{78E35673-936D-4D03-BCE1-BBCA5387CDC4}" type="presParOf" srcId="{2E2CBAB1-772F-45A9-9768-C50107F42BC4}" destId="{E4FE817A-8AF8-48B3-9A0C-EDF8D8FCB521}" srcOrd="9" destOrd="0" presId="urn:microsoft.com/office/officeart/2005/8/layout/radial6"/>
    <dgm:cxn modelId="{FA91C296-5DA4-4411-A830-23510203BED4}" type="presParOf" srcId="{2E2CBAB1-772F-45A9-9768-C50107F42BC4}" destId="{CA1688FD-772F-4CFC-9C3B-0C27BA90C40C}" srcOrd="10" destOrd="0" presId="urn:microsoft.com/office/officeart/2005/8/layout/radial6"/>
    <dgm:cxn modelId="{E372C547-E4C1-4FF4-B803-FE19C35A2045}" type="presParOf" srcId="{2E2CBAB1-772F-45A9-9768-C50107F42BC4}" destId="{EE839C7F-35D8-4042-B4AA-CC7DED4FA4A1}" srcOrd="11" destOrd="0" presId="urn:microsoft.com/office/officeart/2005/8/layout/radial6"/>
    <dgm:cxn modelId="{83840A00-96F3-4085-AAAC-9557C2069292}" type="presParOf" srcId="{2E2CBAB1-772F-45A9-9768-C50107F42BC4}" destId="{08F877F0-97CC-451C-825F-B315BEF08465}" srcOrd="12" destOrd="0" presId="urn:microsoft.com/office/officeart/2005/8/layout/radial6"/>
    <dgm:cxn modelId="{ABE210AF-15CC-4AED-81D9-5DC2947371A5}" type="presParOf" srcId="{2E2CBAB1-772F-45A9-9768-C50107F42BC4}" destId="{9A09FA84-B5A8-4B9F-867D-A5852FED1751}" srcOrd="13" destOrd="0" presId="urn:microsoft.com/office/officeart/2005/8/layout/radial6"/>
    <dgm:cxn modelId="{E8C2F331-44A0-4B7A-882F-3D822B231FE2}" type="presParOf" srcId="{2E2CBAB1-772F-45A9-9768-C50107F42BC4}" destId="{26BAF353-CB51-4848-B763-D928521E44C8}" srcOrd="14" destOrd="0" presId="urn:microsoft.com/office/officeart/2005/8/layout/radial6"/>
    <dgm:cxn modelId="{FB6B0BBB-6875-4109-A517-A0507E7335E5}" type="presParOf" srcId="{2E2CBAB1-772F-45A9-9768-C50107F42BC4}" destId="{C1F266DB-A9B4-4C08-A491-56E58C2B9E81}" srcOrd="15" destOrd="0" presId="urn:microsoft.com/office/officeart/2005/8/layout/radial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2C6D938-EF5D-4CCD-8313-889D1B147814}" type="doc">
      <dgm:prSet loTypeId="urn:microsoft.com/office/officeart/2005/8/layout/default" loCatId="list" qsTypeId="urn:microsoft.com/office/officeart/2005/8/quickstyle/simple2" qsCatId="simple" csTypeId="urn:microsoft.com/office/officeart/2005/8/colors/accent1_4" csCatId="accent1" phldr="1"/>
      <dgm:spPr/>
      <dgm:t>
        <a:bodyPr/>
        <a:lstStyle/>
        <a:p>
          <a:endParaRPr lang="fr-FR"/>
        </a:p>
      </dgm:t>
    </dgm:pt>
    <dgm:pt modelId="{102E4A7E-835C-4A0D-9B63-B881313778E8}">
      <dgm:prSet phldrT="[Texte]"/>
      <dgm:spPr/>
      <dgm:t>
        <a:bodyPr/>
        <a:lstStyle/>
        <a:p>
          <a:r>
            <a:rPr lang="en-US" altLang="fr-FR" b="1" dirty="0" err="1" smtClean="0"/>
            <a:t>Rapidité</a:t>
          </a:r>
          <a:r>
            <a:rPr lang="en-US" altLang="fr-FR" b="1" dirty="0" smtClean="0"/>
            <a:t> de transmission</a:t>
          </a:r>
          <a:endParaRPr lang="fr-FR" dirty="0"/>
        </a:p>
      </dgm:t>
    </dgm:pt>
    <dgm:pt modelId="{C9BA0A39-42C3-4C8C-95AE-C6B8209CABD5}" type="parTrans" cxnId="{F8F6F9F5-184A-4A92-BA48-68DE90161C93}">
      <dgm:prSet/>
      <dgm:spPr/>
      <dgm:t>
        <a:bodyPr/>
        <a:lstStyle/>
        <a:p>
          <a:endParaRPr lang="fr-FR"/>
        </a:p>
      </dgm:t>
    </dgm:pt>
    <dgm:pt modelId="{FD4FA855-3778-46A5-A588-20F660C0FD1D}" type="sibTrans" cxnId="{F8F6F9F5-184A-4A92-BA48-68DE90161C93}">
      <dgm:prSet/>
      <dgm:spPr/>
      <dgm:t>
        <a:bodyPr/>
        <a:lstStyle/>
        <a:p>
          <a:endParaRPr lang="fr-FR"/>
        </a:p>
      </dgm:t>
    </dgm:pt>
    <dgm:pt modelId="{0EDABBB4-F96A-4523-B79C-43A49A1BDA04}">
      <dgm:prSet phldrT="[Texte]"/>
      <dgm:spPr/>
      <dgm:t>
        <a:bodyPr/>
        <a:lstStyle/>
        <a:p>
          <a:r>
            <a:rPr lang="en-US" altLang="fr-FR" b="1" dirty="0" smtClean="0"/>
            <a:t>Transmission (</a:t>
          </a:r>
          <a:r>
            <a:rPr lang="fr-FR" altLang="fr-FR" b="1" noProof="0" dirty="0" smtClean="0"/>
            <a:t>interne/externe</a:t>
          </a:r>
          <a:r>
            <a:rPr lang="en-US" altLang="fr-FR" b="1" dirty="0" smtClean="0"/>
            <a:t>)</a:t>
          </a:r>
          <a:endParaRPr lang="fr-FR" dirty="0"/>
        </a:p>
      </dgm:t>
    </dgm:pt>
    <dgm:pt modelId="{44D5DA9B-387F-4499-B6E4-F3F1BC297F38}" type="parTrans" cxnId="{62EF051E-F71C-4CED-9DAF-7215E9170270}">
      <dgm:prSet/>
      <dgm:spPr/>
      <dgm:t>
        <a:bodyPr/>
        <a:lstStyle/>
        <a:p>
          <a:endParaRPr lang="fr-FR"/>
        </a:p>
      </dgm:t>
    </dgm:pt>
    <dgm:pt modelId="{E85A4E70-F184-4934-A9CF-692F98A7D7DC}" type="sibTrans" cxnId="{62EF051E-F71C-4CED-9DAF-7215E9170270}">
      <dgm:prSet/>
      <dgm:spPr/>
      <dgm:t>
        <a:bodyPr/>
        <a:lstStyle/>
        <a:p>
          <a:endParaRPr lang="fr-FR"/>
        </a:p>
      </dgm:t>
    </dgm:pt>
    <dgm:pt modelId="{324681F3-DDBA-48D6-972C-48F3A7A1BFB1}">
      <dgm:prSet phldrT="[Texte]"/>
      <dgm:spPr/>
      <dgm:t>
        <a:bodyPr/>
        <a:lstStyle/>
        <a:p>
          <a:r>
            <a:rPr lang="en-US" altLang="fr-FR" b="1" dirty="0" smtClean="0"/>
            <a:t>Habitudes</a:t>
          </a:r>
        </a:p>
        <a:p>
          <a:r>
            <a:rPr lang="en-US" altLang="fr-FR" b="1" dirty="0" smtClean="0"/>
            <a:t>(usage </a:t>
          </a:r>
          <a:r>
            <a:rPr lang="fr-FR" altLang="fr-FR" b="1" noProof="0" dirty="0" smtClean="0"/>
            <a:t>fréquent</a:t>
          </a:r>
          <a:r>
            <a:rPr lang="en-US" altLang="fr-FR" b="1" dirty="0" smtClean="0"/>
            <a:t> </a:t>
          </a:r>
        </a:p>
        <a:p>
          <a:r>
            <a:rPr lang="en-US" altLang="fr-FR" b="1" dirty="0" smtClean="0"/>
            <a:t>du </a:t>
          </a:r>
          <a:r>
            <a:rPr lang="fr-FR" altLang="fr-FR" b="1" noProof="0" dirty="0" smtClean="0"/>
            <a:t>mail</a:t>
          </a:r>
          <a:r>
            <a:rPr lang="en-US" altLang="fr-FR" b="1" dirty="0" smtClean="0"/>
            <a:t>)</a:t>
          </a:r>
          <a:endParaRPr lang="fr-FR" dirty="0"/>
        </a:p>
      </dgm:t>
    </dgm:pt>
    <dgm:pt modelId="{F86B031B-D224-4AEA-92CF-68B3725D3F15}" type="parTrans" cxnId="{078F4C8D-2CEE-4706-8E93-6FE87072F094}">
      <dgm:prSet/>
      <dgm:spPr/>
      <dgm:t>
        <a:bodyPr/>
        <a:lstStyle/>
        <a:p>
          <a:endParaRPr lang="fr-FR"/>
        </a:p>
      </dgm:t>
    </dgm:pt>
    <dgm:pt modelId="{90549343-22AB-4429-8D70-BA17DC605B0C}" type="sibTrans" cxnId="{078F4C8D-2CEE-4706-8E93-6FE87072F094}">
      <dgm:prSet/>
      <dgm:spPr/>
      <dgm:t>
        <a:bodyPr/>
        <a:lstStyle/>
        <a:p>
          <a:endParaRPr lang="fr-FR"/>
        </a:p>
      </dgm:t>
    </dgm:pt>
    <dgm:pt modelId="{CAB3B7F2-9F8F-465E-BE22-9790267780F4}">
      <dgm:prSet phldrT="[Texte]"/>
      <dgm:spPr/>
      <dgm:t>
        <a:bodyPr/>
        <a:lstStyle/>
        <a:p>
          <a:r>
            <a:rPr lang="fr-FR" altLang="fr-FR" b="1" noProof="0" dirty="0" smtClean="0"/>
            <a:t>Destinataire</a:t>
          </a:r>
        </a:p>
        <a:p>
          <a:r>
            <a:rPr lang="en-US" altLang="fr-FR" b="1" dirty="0" smtClean="0"/>
            <a:t>(type </a:t>
          </a:r>
          <a:r>
            <a:rPr lang="fr-FR" altLang="fr-FR" b="1" noProof="0" dirty="0" smtClean="0"/>
            <a:t>d’écrit</a:t>
          </a:r>
          <a:r>
            <a:rPr lang="en-US" altLang="fr-FR" b="1" dirty="0" smtClean="0"/>
            <a:t> </a:t>
          </a:r>
          <a:r>
            <a:rPr lang="fr-FR" altLang="fr-FR" b="1" noProof="0" dirty="0" smtClean="0"/>
            <a:t>imposé</a:t>
          </a:r>
          <a:r>
            <a:rPr lang="en-US" altLang="fr-FR" b="1" dirty="0" smtClean="0"/>
            <a:t>)</a:t>
          </a:r>
          <a:endParaRPr lang="fr-FR" dirty="0"/>
        </a:p>
      </dgm:t>
    </dgm:pt>
    <dgm:pt modelId="{E92CD4F7-A1F8-4E41-9AA5-72F5BEFBE3D8}" type="parTrans" cxnId="{1DB80253-31F0-4EB1-A708-9E8DC61A7B27}">
      <dgm:prSet/>
      <dgm:spPr/>
      <dgm:t>
        <a:bodyPr/>
        <a:lstStyle/>
        <a:p>
          <a:endParaRPr lang="fr-FR"/>
        </a:p>
      </dgm:t>
    </dgm:pt>
    <dgm:pt modelId="{C973F319-AF06-42A7-93AE-3F995E6B3514}" type="sibTrans" cxnId="{1DB80253-31F0-4EB1-A708-9E8DC61A7B27}">
      <dgm:prSet/>
      <dgm:spPr/>
      <dgm:t>
        <a:bodyPr/>
        <a:lstStyle/>
        <a:p>
          <a:endParaRPr lang="fr-FR"/>
        </a:p>
      </dgm:t>
    </dgm:pt>
    <dgm:pt modelId="{1E239CBC-7C02-48B5-BB0A-F0C0530B52F4}">
      <dgm:prSet phldrT="[Texte]"/>
      <dgm:spPr/>
      <dgm:t>
        <a:bodyPr/>
        <a:lstStyle/>
        <a:p>
          <a:r>
            <a:rPr lang="en-US" altLang="fr-FR" b="1" dirty="0" smtClean="0"/>
            <a:t>Importance du message - </a:t>
          </a:r>
          <a:r>
            <a:rPr lang="fr-FR" altLang="fr-FR" b="1" dirty="0" smtClean="0"/>
            <a:t>Preuve</a:t>
          </a:r>
          <a:r>
            <a:rPr lang="en-US" altLang="fr-FR" b="1" dirty="0" smtClean="0"/>
            <a:t> (</a:t>
          </a:r>
          <a:r>
            <a:rPr lang="fr-FR" altLang="fr-FR" b="1" noProof="0" dirty="0" smtClean="0"/>
            <a:t>recommandé/accusé</a:t>
          </a:r>
          <a:r>
            <a:rPr lang="en-US" altLang="fr-FR" b="1" dirty="0" smtClean="0"/>
            <a:t> </a:t>
          </a:r>
          <a:r>
            <a:rPr lang="fr-FR" altLang="fr-FR" b="1" noProof="0" dirty="0" smtClean="0"/>
            <a:t>réception</a:t>
          </a:r>
          <a:r>
            <a:rPr lang="en-US" altLang="fr-FR" b="1" dirty="0" smtClean="0"/>
            <a:t>)</a:t>
          </a:r>
          <a:endParaRPr lang="fr-FR" dirty="0"/>
        </a:p>
      </dgm:t>
    </dgm:pt>
    <dgm:pt modelId="{744A5D46-2F99-4611-A8B5-140AA22BC22A}" type="parTrans" cxnId="{6AAE8561-60B2-49DC-A8A9-0BD0DA99A20D}">
      <dgm:prSet/>
      <dgm:spPr/>
      <dgm:t>
        <a:bodyPr/>
        <a:lstStyle/>
        <a:p>
          <a:endParaRPr lang="fr-FR"/>
        </a:p>
      </dgm:t>
    </dgm:pt>
    <dgm:pt modelId="{86896216-5C4B-4191-A84C-B7893466251A}" type="sibTrans" cxnId="{6AAE8561-60B2-49DC-A8A9-0BD0DA99A20D}">
      <dgm:prSet/>
      <dgm:spPr/>
      <dgm:t>
        <a:bodyPr/>
        <a:lstStyle/>
        <a:p>
          <a:endParaRPr lang="fr-FR"/>
        </a:p>
      </dgm:t>
    </dgm:pt>
    <dgm:pt modelId="{34DD113D-4252-47CD-821C-670D5EAD1838}" type="pres">
      <dgm:prSet presAssocID="{32C6D938-EF5D-4CCD-8313-889D1B147814}" presName="diagram" presStyleCnt="0">
        <dgm:presLayoutVars>
          <dgm:dir/>
          <dgm:resizeHandles val="exact"/>
        </dgm:presLayoutVars>
      </dgm:prSet>
      <dgm:spPr/>
      <dgm:t>
        <a:bodyPr/>
        <a:lstStyle/>
        <a:p>
          <a:endParaRPr lang="fr-FR"/>
        </a:p>
      </dgm:t>
    </dgm:pt>
    <dgm:pt modelId="{CC0939ED-E87B-4066-A6C2-A8A42E5CEA04}" type="pres">
      <dgm:prSet presAssocID="{102E4A7E-835C-4A0D-9B63-B881313778E8}" presName="node" presStyleLbl="node1" presStyleIdx="0" presStyleCnt="5">
        <dgm:presLayoutVars>
          <dgm:bulletEnabled val="1"/>
        </dgm:presLayoutVars>
      </dgm:prSet>
      <dgm:spPr/>
      <dgm:t>
        <a:bodyPr/>
        <a:lstStyle/>
        <a:p>
          <a:endParaRPr lang="fr-FR"/>
        </a:p>
      </dgm:t>
    </dgm:pt>
    <dgm:pt modelId="{A864C73E-EB23-4EF9-B3D5-7D7E8133ABF9}" type="pres">
      <dgm:prSet presAssocID="{FD4FA855-3778-46A5-A588-20F660C0FD1D}" presName="sibTrans" presStyleCnt="0"/>
      <dgm:spPr/>
    </dgm:pt>
    <dgm:pt modelId="{B61A18C1-5BBF-4DF2-8AF1-66AE70753387}" type="pres">
      <dgm:prSet presAssocID="{0EDABBB4-F96A-4523-B79C-43A49A1BDA04}" presName="node" presStyleLbl="node1" presStyleIdx="1" presStyleCnt="5">
        <dgm:presLayoutVars>
          <dgm:bulletEnabled val="1"/>
        </dgm:presLayoutVars>
      </dgm:prSet>
      <dgm:spPr/>
      <dgm:t>
        <a:bodyPr/>
        <a:lstStyle/>
        <a:p>
          <a:endParaRPr lang="fr-FR"/>
        </a:p>
      </dgm:t>
    </dgm:pt>
    <dgm:pt modelId="{A45FA027-FB10-4265-83A8-2C7D290F2B2D}" type="pres">
      <dgm:prSet presAssocID="{E85A4E70-F184-4934-A9CF-692F98A7D7DC}" presName="sibTrans" presStyleCnt="0"/>
      <dgm:spPr/>
    </dgm:pt>
    <dgm:pt modelId="{730C4190-8F55-4E23-90FA-42EC84DD5999}" type="pres">
      <dgm:prSet presAssocID="{324681F3-DDBA-48D6-972C-48F3A7A1BFB1}" presName="node" presStyleLbl="node1" presStyleIdx="2" presStyleCnt="5">
        <dgm:presLayoutVars>
          <dgm:bulletEnabled val="1"/>
        </dgm:presLayoutVars>
      </dgm:prSet>
      <dgm:spPr/>
      <dgm:t>
        <a:bodyPr/>
        <a:lstStyle/>
        <a:p>
          <a:endParaRPr lang="fr-FR"/>
        </a:p>
      </dgm:t>
    </dgm:pt>
    <dgm:pt modelId="{7ADAE179-5A84-490B-BAA9-E85DC88F0DCF}" type="pres">
      <dgm:prSet presAssocID="{90549343-22AB-4429-8D70-BA17DC605B0C}" presName="sibTrans" presStyleCnt="0"/>
      <dgm:spPr/>
    </dgm:pt>
    <dgm:pt modelId="{F49F862E-D9F0-4515-9966-13B11873970D}" type="pres">
      <dgm:prSet presAssocID="{CAB3B7F2-9F8F-465E-BE22-9790267780F4}" presName="node" presStyleLbl="node1" presStyleIdx="3" presStyleCnt="5">
        <dgm:presLayoutVars>
          <dgm:bulletEnabled val="1"/>
        </dgm:presLayoutVars>
      </dgm:prSet>
      <dgm:spPr/>
      <dgm:t>
        <a:bodyPr/>
        <a:lstStyle/>
        <a:p>
          <a:endParaRPr lang="fr-FR"/>
        </a:p>
      </dgm:t>
    </dgm:pt>
    <dgm:pt modelId="{9A6BFB3D-33A9-48D0-93C1-561180F68D15}" type="pres">
      <dgm:prSet presAssocID="{C973F319-AF06-42A7-93AE-3F995E6B3514}" presName="sibTrans" presStyleCnt="0"/>
      <dgm:spPr/>
    </dgm:pt>
    <dgm:pt modelId="{A2B647E7-843F-4846-9FF7-7A8E8E7F7FC9}" type="pres">
      <dgm:prSet presAssocID="{1E239CBC-7C02-48B5-BB0A-F0C0530B52F4}" presName="node" presStyleLbl="node1" presStyleIdx="4" presStyleCnt="5">
        <dgm:presLayoutVars>
          <dgm:bulletEnabled val="1"/>
        </dgm:presLayoutVars>
      </dgm:prSet>
      <dgm:spPr/>
      <dgm:t>
        <a:bodyPr/>
        <a:lstStyle/>
        <a:p>
          <a:endParaRPr lang="fr-FR"/>
        </a:p>
      </dgm:t>
    </dgm:pt>
  </dgm:ptLst>
  <dgm:cxnLst>
    <dgm:cxn modelId="{8E3B1CB8-7750-4C3D-A717-00C6CFFEEF15}" type="presOf" srcId="{32C6D938-EF5D-4CCD-8313-889D1B147814}" destId="{34DD113D-4252-47CD-821C-670D5EAD1838}" srcOrd="0" destOrd="0" presId="urn:microsoft.com/office/officeart/2005/8/layout/default"/>
    <dgm:cxn modelId="{4A0D2D4F-5183-4C5B-89B5-E1E965593545}" type="presOf" srcId="{324681F3-DDBA-48D6-972C-48F3A7A1BFB1}" destId="{730C4190-8F55-4E23-90FA-42EC84DD5999}" srcOrd="0" destOrd="0" presId="urn:microsoft.com/office/officeart/2005/8/layout/default"/>
    <dgm:cxn modelId="{EDD3B6B3-A985-4971-B678-9675FF77CECE}" type="presOf" srcId="{0EDABBB4-F96A-4523-B79C-43A49A1BDA04}" destId="{B61A18C1-5BBF-4DF2-8AF1-66AE70753387}" srcOrd="0" destOrd="0" presId="urn:microsoft.com/office/officeart/2005/8/layout/default"/>
    <dgm:cxn modelId="{62EF051E-F71C-4CED-9DAF-7215E9170270}" srcId="{32C6D938-EF5D-4CCD-8313-889D1B147814}" destId="{0EDABBB4-F96A-4523-B79C-43A49A1BDA04}" srcOrd="1" destOrd="0" parTransId="{44D5DA9B-387F-4499-B6E4-F3F1BC297F38}" sibTransId="{E85A4E70-F184-4934-A9CF-692F98A7D7DC}"/>
    <dgm:cxn modelId="{2F45B78F-9FDE-44BA-A4E7-3E4C6BAEE729}" type="presOf" srcId="{CAB3B7F2-9F8F-465E-BE22-9790267780F4}" destId="{F49F862E-D9F0-4515-9966-13B11873970D}" srcOrd="0" destOrd="0" presId="urn:microsoft.com/office/officeart/2005/8/layout/default"/>
    <dgm:cxn modelId="{6AAE8561-60B2-49DC-A8A9-0BD0DA99A20D}" srcId="{32C6D938-EF5D-4CCD-8313-889D1B147814}" destId="{1E239CBC-7C02-48B5-BB0A-F0C0530B52F4}" srcOrd="4" destOrd="0" parTransId="{744A5D46-2F99-4611-A8B5-140AA22BC22A}" sibTransId="{86896216-5C4B-4191-A84C-B7893466251A}"/>
    <dgm:cxn modelId="{1DB80253-31F0-4EB1-A708-9E8DC61A7B27}" srcId="{32C6D938-EF5D-4CCD-8313-889D1B147814}" destId="{CAB3B7F2-9F8F-465E-BE22-9790267780F4}" srcOrd="3" destOrd="0" parTransId="{E92CD4F7-A1F8-4E41-9AA5-72F5BEFBE3D8}" sibTransId="{C973F319-AF06-42A7-93AE-3F995E6B3514}"/>
    <dgm:cxn modelId="{078F4C8D-2CEE-4706-8E93-6FE87072F094}" srcId="{32C6D938-EF5D-4CCD-8313-889D1B147814}" destId="{324681F3-DDBA-48D6-972C-48F3A7A1BFB1}" srcOrd="2" destOrd="0" parTransId="{F86B031B-D224-4AEA-92CF-68B3725D3F15}" sibTransId="{90549343-22AB-4429-8D70-BA17DC605B0C}"/>
    <dgm:cxn modelId="{E10AB7E1-33D5-4738-B103-A9AA21206803}" type="presOf" srcId="{1E239CBC-7C02-48B5-BB0A-F0C0530B52F4}" destId="{A2B647E7-843F-4846-9FF7-7A8E8E7F7FC9}" srcOrd="0" destOrd="0" presId="urn:microsoft.com/office/officeart/2005/8/layout/default"/>
    <dgm:cxn modelId="{249609D5-158F-453C-A2DB-DA187E68764B}" type="presOf" srcId="{102E4A7E-835C-4A0D-9B63-B881313778E8}" destId="{CC0939ED-E87B-4066-A6C2-A8A42E5CEA04}" srcOrd="0" destOrd="0" presId="urn:microsoft.com/office/officeart/2005/8/layout/default"/>
    <dgm:cxn modelId="{F8F6F9F5-184A-4A92-BA48-68DE90161C93}" srcId="{32C6D938-EF5D-4CCD-8313-889D1B147814}" destId="{102E4A7E-835C-4A0D-9B63-B881313778E8}" srcOrd="0" destOrd="0" parTransId="{C9BA0A39-42C3-4C8C-95AE-C6B8209CABD5}" sibTransId="{FD4FA855-3778-46A5-A588-20F660C0FD1D}"/>
    <dgm:cxn modelId="{796B60F3-BF82-4A51-B30E-FD162188E1F1}" type="presParOf" srcId="{34DD113D-4252-47CD-821C-670D5EAD1838}" destId="{CC0939ED-E87B-4066-A6C2-A8A42E5CEA04}" srcOrd="0" destOrd="0" presId="urn:microsoft.com/office/officeart/2005/8/layout/default"/>
    <dgm:cxn modelId="{12C26095-DD4D-4630-A755-98C0EF2284F3}" type="presParOf" srcId="{34DD113D-4252-47CD-821C-670D5EAD1838}" destId="{A864C73E-EB23-4EF9-B3D5-7D7E8133ABF9}" srcOrd="1" destOrd="0" presId="urn:microsoft.com/office/officeart/2005/8/layout/default"/>
    <dgm:cxn modelId="{38E62E5C-C444-4775-8199-B97002A7F514}" type="presParOf" srcId="{34DD113D-4252-47CD-821C-670D5EAD1838}" destId="{B61A18C1-5BBF-4DF2-8AF1-66AE70753387}" srcOrd="2" destOrd="0" presId="urn:microsoft.com/office/officeart/2005/8/layout/default"/>
    <dgm:cxn modelId="{EEE48B8C-0683-402D-8AF1-042F2284D327}" type="presParOf" srcId="{34DD113D-4252-47CD-821C-670D5EAD1838}" destId="{A45FA027-FB10-4265-83A8-2C7D290F2B2D}" srcOrd="3" destOrd="0" presId="urn:microsoft.com/office/officeart/2005/8/layout/default"/>
    <dgm:cxn modelId="{125FB7E9-4926-41D1-A8AA-317A80553B8A}" type="presParOf" srcId="{34DD113D-4252-47CD-821C-670D5EAD1838}" destId="{730C4190-8F55-4E23-90FA-42EC84DD5999}" srcOrd="4" destOrd="0" presId="urn:microsoft.com/office/officeart/2005/8/layout/default"/>
    <dgm:cxn modelId="{DC61128E-E322-458A-836E-7F27F079E82A}" type="presParOf" srcId="{34DD113D-4252-47CD-821C-670D5EAD1838}" destId="{7ADAE179-5A84-490B-BAA9-E85DC88F0DCF}" srcOrd="5" destOrd="0" presId="urn:microsoft.com/office/officeart/2005/8/layout/default"/>
    <dgm:cxn modelId="{F0BED9EF-F3D6-4675-8396-0D05E6614837}" type="presParOf" srcId="{34DD113D-4252-47CD-821C-670D5EAD1838}" destId="{F49F862E-D9F0-4515-9966-13B11873970D}" srcOrd="6" destOrd="0" presId="urn:microsoft.com/office/officeart/2005/8/layout/default"/>
    <dgm:cxn modelId="{B958280F-9844-4B7D-ACC3-CD393AD5415D}" type="presParOf" srcId="{34DD113D-4252-47CD-821C-670D5EAD1838}" destId="{9A6BFB3D-33A9-48D0-93C1-561180F68D15}" srcOrd="7" destOrd="0" presId="urn:microsoft.com/office/officeart/2005/8/layout/default"/>
    <dgm:cxn modelId="{B7DEEF1E-BE05-4FBF-9080-4E3A7DF23CC2}" type="presParOf" srcId="{34DD113D-4252-47CD-821C-670D5EAD1838}" destId="{A2B647E7-843F-4846-9FF7-7A8E8E7F7FC9}" srcOrd="8"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4BD44E7-9D7E-4523-B703-D08D177ED5F0}" type="doc">
      <dgm:prSet loTypeId="urn:microsoft.com/office/officeart/2005/8/layout/venn3" loCatId="relationship" qsTypeId="urn:microsoft.com/office/officeart/2005/8/quickstyle/simple1" qsCatId="simple" csTypeId="urn:microsoft.com/office/officeart/2005/8/colors/accent1_2" csCatId="accent1" phldr="1"/>
      <dgm:spPr/>
      <dgm:t>
        <a:bodyPr/>
        <a:lstStyle/>
        <a:p>
          <a:endParaRPr lang="fr-FR"/>
        </a:p>
      </dgm:t>
    </dgm:pt>
    <dgm:pt modelId="{BB223B57-CF37-425A-872E-1B1AE1592589}">
      <dgm:prSet phldrT="[Texte]"/>
      <dgm:spPr/>
      <dgm:t>
        <a:bodyPr/>
        <a:lstStyle/>
        <a:p>
          <a:r>
            <a:rPr lang="fr-FR" altLang="fr-FR" dirty="0" smtClean="0"/>
            <a:t>La lettre</a:t>
          </a:r>
          <a:endParaRPr lang="fr-FR" dirty="0"/>
        </a:p>
      </dgm:t>
    </dgm:pt>
    <dgm:pt modelId="{E676DBAD-A99E-4316-816F-6871889B31E5}" type="parTrans" cxnId="{A671A40D-C35A-4721-98C9-0B00CFC3E52E}">
      <dgm:prSet/>
      <dgm:spPr/>
      <dgm:t>
        <a:bodyPr/>
        <a:lstStyle/>
        <a:p>
          <a:endParaRPr lang="fr-FR"/>
        </a:p>
      </dgm:t>
    </dgm:pt>
    <dgm:pt modelId="{30DD2309-BCD4-42A0-8FBA-3D82E546E0E5}" type="sibTrans" cxnId="{A671A40D-C35A-4721-98C9-0B00CFC3E52E}">
      <dgm:prSet/>
      <dgm:spPr/>
      <dgm:t>
        <a:bodyPr/>
        <a:lstStyle/>
        <a:p>
          <a:endParaRPr lang="fr-FR"/>
        </a:p>
      </dgm:t>
    </dgm:pt>
    <dgm:pt modelId="{C7F9CFF7-1872-4B74-98D5-845D3F4205A8}">
      <dgm:prSet phldrT="[Texte]"/>
      <dgm:spPr/>
      <dgm:t>
        <a:bodyPr/>
        <a:lstStyle/>
        <a:p>
          <a:r>
            <a:rPr lang="fr-FR" dirty="0" smtClean="0"/>
            <a:t>La télécopie</a:t>
          </a:r>
          <a:endParaRPr lang="fr-FR" dirty="0"/>
        </a:p>
      </dgm:t>
    </dgm:pt>
    <dgm:pt modelId="{60506DC4-E235-4CEE-BDB4-DDC0B3F4A0CF}" type="parTrans" cxnId="{1DA09008-9B91-4C26-B082-03CBEE90A634}">
      <dgm:prSet/>
      <dgm:spPr/>
      <dgm:t>
        <a:bodyPr/>
        <a:lstStyle/>
        <a:p>
          <a:endParaRPr lang="fr-FR"/>
        </a:p>
      </dgm:t>
    </dgm:pt>
    <dgm:pt modelId="{716AAF53-2D7A-44CC-A509-4DE84BB6B171}" type="sibTrans" cxnId="{1DA09008-9B91-4C26-B082-03CBEE90A634}">
      <dgm:prSet/>
      <dgm:spPr/>
      <dgm:t>
        <a:bodyPr/>
        <a:lstStyle/>
        <a:p>
          <a:endParaRPr lang="fr-FR"/>
        </a:p>
      </dgm:t>
    </dgm:pt>
    <dgm:pt modelId="{419C3622-B822-49E3-8B49-400B1A36AC71}">
      <dgm:prSet phldrT="[Texte]"/>
      <dgm:spPr/>
      <dgm:t>
        <a:bodyPr/>
        <a:lstStyle/>
        <a:p>
          <a:r>
            <a:rPr lang="fr-FR" dirty="0" smtClean="0"/>
            <a:t>Le courriel électronique</a:t>
          </a:r>
          <a:endParaRPr lang="fr-FR" dirty="0"/>
        </a:p>
      </dgm:t>
    </dgm:pt>
    <dgm:pt modelId="{A5BA4084-1BDA-4882-8E39-7BBE359D47ED}" type="parTrans" cxnId="{D0A15AA7-02F6-4149-9225-9A20730880DB}">
      <dgm:prSet/>
      <dgm:spPr/>
      <dgm:t>
        <a:bodyPr/>
        <a:lstStyle/>
        <a:p>
          <a:endParaRPr lang="fr-FR"/>
        </a:p>
      </dgm:t>
    </dgm:pt>
    <dgm:pt modelId="{CFC4E698-E4DF-4B72-B46E-0820C3F43493}" type="sibTrans" cxnId="{D0A15AA7-02F6-4149-9225-9A20730880DB}">
      <dgm:prSet/>
      <dgm:spPr/>
      <dgm:t>
        <a:bodyPr/>
        <a:lstStyle/>
        <a:p>
          <a:endParaRPr lang="fr-FR"/>
        </a:p>
      </dgm:t>
    </dgm:pt>
    <dgm:pt modelId="{3406E44A-B835-4D0F-B2C5-8A49C8AAE1EE}" type="pres">
      <dgm:prSet presAssocID="{84BD44E7-9D7E-4523-B703-D08D177ED5F0}" presName="Name0" presStyleCnt="0">
        <dgm:presLayoutVars>
          <dgm:dir/>
          <dgm:resizeHandles val="exact"/>
        </dgm:presLayoutVars>
      </dgm:prSet>
      <dgm:spPr/>
      <dgm:t>
        <a:bodyPr/>
        <a:lstStyle/>
        <a:p>
          <a:endParaRPr lang="fr-FR"/>
        </a:p>
      </dgm:t>
    </dgm:pt>
    <dgm:pt modelId="{11E9FBF8-4034-422C-84D8-CFD77A517AA7}" type="pres">
      <dgm:prSet presAssocID="{BB223B57-CF37-425A-872E-1B1AE1592589}" presName="Name5" presStyleLbl="vennNode1" presStyleIdx="0" presStyleCnt="3">
        <dgm:presLayoutVars>
          <dgm:bulletEnabled val="1"/>
        </dgm:presLayoutVars>
      </dgm:prSet>
      <dgm:spPr/>
      <dgm:t>
        <a:bodyPr/>
        <a:lstStyle/>
        <a:p>
          <a:endParaRPr lang="fr-FR"/>
        </a:p>
      </dgm:t>
    </dgm:pt>
    <dgm:pt modelId="{7160ECD1-0AD8-4AB5-822B-D43B5B519769}" type="pres">
      <dgm:prSet presAssocID="{30DD2309-BCD4-42A0-8FBA-3D82E546E0E5}" presName="space" presStyleCnt="0"/>
      <dgm:spPr/>
    </dgm:pt>
    <dgm:pt modelId="{6137E854-FA45-496F-B464-9DEA6CA580CC}" type="pres">
      <dgm:prSet presAssocID="{C7F9CFF7-1872-4B74-98D5-845D3F4205A8}" presName="Name5" presStyleLbl="vennNode1" presStyleIdx="1" presStyleCnt="3">
        <dgm:presLayoutVars>
          <dgm:bulletEnabled val="1"/>
        </dgm:presLayoutVars>
      </dgm:prSet>
      <dgm:spPr/>
      <dgm:t>
        <a:bodyPr/>
        <a:lstStyle/>
        <a:p>
          <a:endParaRPr lang="fr-FR"/>
        </a:p>
      </dgm:t>
    </dgm:pt>
    <dgm:pt modelId="{DBC61AB8-6A7A-4CE7-8535-01BC02222937}" type="pres">
      <dgm:prSet presAssocID="{716AAF53-2D7A-44CC-A509-4DE84BB6B171}" presName="space" presStyleCnt="0"/>
      <dgm:spPr/>
    </dgm:pt>
    <dgm:pt modelId="{81A822F8-CCC9-4E15-A7BF-E739F01B1A53}" type="pres">
      <dgm:prSet presAssocID="{419C3622-B822-49E3-8B49-400B1A36AC71}" presName="Name5" presStyleLbl="vennNode1" presStyleIdx="2" presStyleCnt="3">
        <dgm:presLayoutVars>
          <dgm:bulletEnabled val="1"/>
        </dgm:presLayoutVars>
      </dgm:prSet>
      <dgm:spPr/>
      <dgm:t>
        <a:bodyPr/>
        <a:lstStyle/>
        <a:p>
          <a:endParaRPr lang="fr-FR"/>
        </a:p>
      </dgm:t>
    </dgm:pt>
  </dgm:ptLst>
  <dgm:cxnLst>
    <dgm:cxn modelId="{6F804915-5A05-4879-8DB3-3DE8FC770E17}" type="presOf" srcId="{84BD44E7-9D7E-4523-B703-D08D177ED5F0}" destId="{3406E44A-B835-4D0F-B2C5-8A49C8AAE1EE}" srcOrd="0" destOrd="0" presId="urn:microsoft.com/office/officeart/2005/8/layout/venn3"/>
    <dgm:cxn modelId="{A671A40D-C35A-4721-98C9-0B00CFC3E52E}" srcId="{84BD44E7-9D7E-4523-B703-D08D177ED5F0}" destId="{BB223B57-CF37-425A-872E-1B1AE1592589}" srcOrd="0" destOrd="0" parTransId="{E676DBAD-A99E-4316-816F-6871889B31E5}" sibTransId="{30DD2309-BCD4-42A0-8FBA-3D82E546E0E5}"/>
    <dgm:cxn modelId="{1DA09008-9B91-4C26-B082-03CBEE90A634}" srcId="{84BD44E7-9D7E-4523-B703-D08D177ED5F0}" destId="{C7F9CFF7-1872-4B74-98D5-845D3F4205A8}" srcOrd="1" destOrd="0" parTransId="{60506DC4-E235-4CEE-BDB4-DDC0B3F4A0CF}" sibTransId="{716AAF53-2D7A-44CC-A509-4DE84BB6B171}"/>
    <dgm:cxn modelId="{D0A15AA7-02F6-4149-9225-9A20730880DB}" srcId="{84BD44E7-9D7E-4523-B703-D08D177ED5F0}" destId="{419C3622-B822-49E3-8B49-400B1A36AC71}" srcOrd="2" destOrd="0" parTransId="{A5BA4084-1BDA-4882-8E39-7BBE359D47ED}" sibTransId="{CFC4E698-E4DF-4B72-B46E-0820C3F43493}"/>
    <dgm:cxn modelId="{4D3B3329-84C9-4EBA-A416-B5D8479E0A62}" type="presOf" srcId="{BB223B57-CF37-425A-872E-1B1AE1592589}" destId="{11E9FBF8-4034-422C-84D8-CFD77A517AA7}" srcOrd="0" destOrd="0" presId="urn:microsoft.com/office/officeart/2005/8/layout/venn3"/>
    <dgm:cxn modelId="{A056D487-E4D3-45AC-86CE-217CE4E012A7}" type="presOf" srcId="{C7F9CFF7-1872-4B74-98D5-845D3F4205A8}" destId="{6137E854-FA45-496F-B464-9DEA6CA580CC}" srcOrd="0" destOrd="0" presId="urn:microsoft.com/office/officeart/2005/8/layout/venn3"/>
    <dgm:cxn modelId="{B06CC526-34A1-4E7D-B94C-611F9A8E8097}" type="presOf" srcId="{419C3622-B822-49E3-8B49-400B1A36AC71}" destId="{81A822F8-CCC9-4E15-A7BF-E739F01B1A53}" srcOrd="0" destOrd="0" presId="urn:microsoft.com/office/officeart/2005/8/layout/venn3"/>
    <dgm:cxn modelId="{8B606876-FE3C-47EF-983E-2962871753A7}" type="presParOf" srcId="{3406E44A-B835-4D0F-B2C5-8A49C8AAE1EE}" destId="{11E9FBF8-4034-422C-84D8-CFD77A517AA7}" srcOrd="0" destOrd="0" presId="urn:microsoft.com/office/officeart/2005/8/layout/venn3"/>
    <dgm:cxn modelId="{AC503CFB-7888-4EAF-A9B3-DD75B4057786}" type="presParOf" srcId="{3406E44A-B835-4D0F-B2C5-8A49C8AAE1EE}" destId="{7160ECD1-0AD8-4AB5-822B-D43B5B519769}" srcOrd="1" destOrd="0" presId="urn:microsoft.com/office/officeart/2005/8/layout/venn3"/>
    <dgm:cxn modelId="{F225A157-E1F8-4A14-9E15-72B673E2E982}" type="presParOf" srcId="{3406E44A-B835-4D0F-B2C5-8A49C8AAE1EE}" destId="{6137E854-FA45-496F-B464-9DEA6CA580CC}" srcOrd="2" destOrd="0" presId="urn:microsoft.com/office/officeart/2005/8/layout/venn3"/>
    <dgm:cxn modelId="{00AB2A14-5A09-4EA6-ACE6-2044C44765E3}" type="presParOf" srcId="{3406E44A-B835-4D0F-B2C5-8A49C8AAE1EE}" destId="{DBC61AB8-6A7A-4CE7-8535-01BC02222937}" srcOrd="3" destOrd="0" presId="urn:microsoft.com/office/officeart/2005/8/layout/venn3"/>
    <dgm:cxn modelId="{5FD0D597-7FB9-4793-A034-463FBDEED37B}" type="presParOf" srcId="{3406E44A-B835-4D0F-B2C5-8A49C8AAE1EE}" destId="{81A822F8-CCC9-4E15-A7BF-E739F01B1A53}" srcOrd="4" destOrd="0" presId="urn:microsoft.com/office/officeart/2005/8/layout/ven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C122D74-CF82-4351-A4EC-35B60BF2DC13}" type="doc">
      <dgm:prSet loTypeId="urn:microsoft.com/office/officeart/2005/8/layout/venn3" loCatId="relationship" qsTypeId="urn:microsoft.com/office/officeart/2005/8/quickstyle/simple1" qsCatId="simple" csTypeId="urn:microsoft.com/office/officeart/2005/8/colors/accent1_2" csCatId="accent1" phldr="1"/>
      <dgm:spPr/>
      <dgm:t>
        <a:bodyPr/>
        <a:lstStyle/>
        <a:p>
          <a:endParaRPr lang="fr-FR"/>
        </a:p>
      </dgm:t>
    </dgm:pt>
    <dgm:pt modelId="{126FCCF8-0D9B-4BED-A407-E55CE7198A14}">
      <dgm:prSet phldrT="[Texte]"/>
      <dgm:spPr/>
      <dgm:t>
        <a:bodyPr/>
        <a:lstStyle/>
        <a:p>
          <a:r>
            <a:rPr lang="fr-FR" dirty="0" smtClean="0"/>
            <a:t>La note</a:t>
          </a:r>
          <a:endParaRPr lang="fr-FR" dirty="0"/>
        </a:p>
      </dgm:t>
    </dgm:pt>
    <dgm:pt modelId="{F294E3DB-A660-49EA-88C1-6A2390FF0FDE}" type="parTrans" cxnId="{1074CD68-067E-454C-8F17-93E9923D6393}">
      <dgm:prSet/>
      <dgm:spPr/>
      <dgm:t>
        <a:bodyPr/>
        <a:lstStyle/>
        <a:p>
          <a:endParaRPr lang="fr-FR"/>
        </a:p>
      </dgm:t>
    </dgm:pt>
    <dgm:pt modelId="{1D1E0908-33E4-4FEC-8718-D69CA08D43EC}" type="sibTrans" cxnId="{1074CD68-067E-454C-8F17-93E9923D6393}">
      <dgm:prSet/>
      <dgm:spPr/>
      <dgm:t>
        <a:bodyPr/>
        <a:lstStyle/>
        <a:p>
          <a:endParaRPr lang="fr-FR"/>
        </a:p>
      </dgm:t>
    </dgm:pt>
    <dgm:pt modelId="{A7FC4736-09A9-4831-ACFC-674BDDDFCBCC}">
      <dgm:prSet phldrT="[Texte]"/>
      <dgm:spPr/>
      <dgm:t>
        <a:bodyPr/>
        <a:lstStyle/>
        <a:p>
          <a:r>
            <a:rPr lang="fr-FR" dirty="0" smtClean="0"/>
            <a:t>Le compte rendu</a:t>
          </a:r>
          <a:endParaRPr lang="fr-FR" dirty="0"/>
        </a:p>
      </dgm:t>
    </dgm:pt>
    <dgm:pt modelId="{0C44312B-A96D-4F0A-9248-64E82164F76F}" type="parTrans" cxnId="{47100FC8-927D-4FB4-B9F6-0EFB11F1F251}">
      <dgm:prSet/>
      <dgm:spPr/>
      <dgm:t>
        <a:bodyPr/>
        <a:lstStyle/>
        <a:p>
          <a:endParaRPr lang="fr-FR"/>
        </a:p>
      </dgm:t>
    </dgm:pt>
    <dgm:pt modelId="{E3374DF3-DE3D-4EA7-BB44-7F01DA95C5B2}" type="sibTrans" cxnId="{47100FC8-927D-4FB4-B9F6-0EFB11F1F251}">
      <dgm:prSet/>
      <dgm:spPr/>
      <dgm:t>
        <a:bodyPr/>
        <a:lstStyle/>
        <a:p>
          <a:endParaRPr lang="fr-FR"/>
        </a:p>
      </dgm:t>
    </dgm:pt>
    <dgm:pt modelId="{7AB19DBE-6F3F-4805-A58C-1DD64565C7E9}">
      <dgm:prSet phldrT="[Texte]"/>
      <dgm:spPr/>
      <dgm:t>
        <a:bodyPr/>
        <a:lstStyle/>
        <a:p>
          <a:r>
            <a:rPr lang="fr-FR" dirty="0" smtClean="0"/>
            <a:t>Le rapport</a:t>
          </a:r>
          <a:endParaRPr lang="fr-FR" dirty="0"/>
        </a:p>
      </dgm:t>
    </dgm:pt>
    <dgm:pt modelId="{672E99B3-FEC3-4ECF-9F70-24CBF9490DEB}" type="parTrans" cxnId="{59BCA3D7-C8B7-421E-8DD2-92DCB1DA9732}">
      <dgm:prSet/>
      <dgm:spPr/>
      <dgm:t>
        <a:bodyPr/>
        <a:lstStyle/>
        <a:p>
          <a:endParaRPr lang="fr-FR"/>
        </a:p>
      </dgm:t>
    </dgm:pt>
    <dgm:pt modelId="{D79683C0-5CE1-4ABD-845C-77DF32EAED5E}" type="sibTrans" cxnId="{59BCA3D7-C8B7-421E-8DD2-92DCB1DA9732}">
      <dgm:prSet/>
      <dgm:spPr/>
      <dgm:t>
        <a:bodyPr/>
        <a:lstStyle/>
        <a:p>
          <a:endParaRPr lang="fr-FR"/>
        </a:p>
      </dgm:t>
    </dgm:pt>
    <dgm:pt modelId="{CD156304-5874-44FC-A9E1-5EEE411BA48C}" type="pres">
      <dgm:prSet presAssocID="{DC122D74-CF82-4351-A4EC-35B60BF2DC13}" presName="Name0" presStyleCnt="0">
        <dgm:presLayoutVars>
          <dgm:dir/>
          <dgm:resizeHandles val="exact"/>
        </dgm:presLayoutVars>
      </dgm:prSet>
      <dgm:spPr/>
      <dgm:t>
        <a:bodyPr/>
        <a:lstStyle/>
        <a:p>
          <a:endParaRPr lang="fr-FR"/>
        </a:p>
      </dgm:t>
    </dgm:pt>
    <dgm:pt modelId="{59714750-5992-4B70-B164-AC69EFA7B541}" type="pres">
      <dgm:prSet presAssocID="{126FCCF8-0D9B-4BED-A407-E55CE7198A14}" presName="Name5" presStyleLbl="vennNode1" presStyleIdx="0" presStyleCnt="3">
        <dgm:presLayoutVars>
          <dgm:bulletEnabled val="1"/>
        </dgm:presLayoutVars>
      </dgm:prSet>
      <dgm:spPr/>
      <dgm:t>
        <a:bodyPr/>
        <a:lstStyle/>
        <a:p>
          <a:endParaRPr lang="fr-FR"/>
        </a:p>
      </dgm:t>
    </dgm:pt>
    <dgm:pt modelId="{BA50E5D0-5A26-4A97-B3EA-EB3B5C24B0A3}" type="pres">
      <dgm:prSet presAssocID="{1D1E0908-33E4-4FEC-8718-D69CA08D43EC}" presName="space" presStyleCnt="0"/>
      <dgm:spPr/>
    </dgm:pt>
    <dgm:pt modelId="{1C616880-5399-4BD4-9272-5A0C9AE78A0B}" type="pres">
      <dgm:prSet presAssocID="{A7FC4736-09A9-4831-ACFC-674BDDDFCBCC}" presName="Name5" presStyleLbl="vennNode1" presStyleIdx="1" presStyleCnt="3">
        <dgm:presLayoutVars>
          <dgm:bulletEnabled val="1"/>
        </dgm:presLayoutVars>
      </dgm:prSet>
      <dgm:spPr/>
      <dgm:t>
        <a:bodyPr/>
        <a:lstStyle/>
        <a:p>
          <a:endParaRPr lang="fr-FR"/>
        </a:p>
      </dgm:t>
    </dgm:pt>
    <dgm:pt modelId="{D74BBDE4-64DD-48E7-B615-857A3524EDAB}" type="pres">
      <dgm:prSet presAssocID="{E3374DF3-DE3D-4EA7-BB44-7F01DA95C5B2}" presName="space" presStyleCnt="0"/>
      <dgm:spPr/>
    </dgm:pt>
    <dgm:pt modelId="{F7F401B0-F283-4A58-A146-CDA044F277A2}" type="pres">
      <dgm:prSet presAssocID="{7AB19DBE-6F3F-4805-A58C-1DD64565C7E9}" presName="Name5" presStyleLbl="vennNode1" presStyleIdx="2" presStyleCnt="3">
        <dgm:presLayoutVars>
          <dgm:bulletEnabled val="1"/>
        </dgm:presLayoutVars>
      </dgm:prSet>
      <dgm:spPr/>
      <dgm:t>
        <a:bodyPr/>
        <a:lstStyle/>
        <a:p>
          <a:endParaRPr lang="fr-FR"/>
        </a:p>
      </dgm:t>
    </dgm:pt>
  </dgm:ptLst>
  <dgm:cxnLst>
    <dgm:cxn modelId="{570F880B-FBD6-4F2F-B5ED-A9468D3E115B}" type="presOf" srcId="{7AB19DBE-6F3F-4805-A58C-1DD64565C7E9}" destId="{F7F401B0-F283-4A58-A146-CDA044F277A2}" srcOrd="0" destOrd="0" presId="urn:microsoft.com/office/officeart/2005/8/layout/venn3"/>
    <dgm:cxn modelId="{199B5DCC-A56A-4BD6-911D-9B40CEEB6510}" type="presOf" srcId="{A7FC4736-09A9-4831-ACFC-674BDDDFCBCC}" destId="{1C616880-5399-4BD4-9272-5A0C9AE78A0B}" srcOrd="0" destOrd="0" presId="urn:microsoft.com/office/officeart/2005/8/layout/venn3"/>
    <dgm:cxn modelId="{59BCA3D7-C8B7-421E-8DD2-92DCB1DA9732}" srcId="{DC122D74-CF82-4351-A4EC-35B60BF2DC13}" destId="{7AB19DBE-6F3F-4805-A58C-1DD64565C7E9}" srcOrd="2" destOrd="0" parTransId="{672E99B3-FEC3-4ECF-9F70-24CBF9490DEB}" sibTransId="{D79683C0-5CE1-4ABD-845C-77DF32EAED5E}"/>
    <dgm:cxn modelId="{1074CD68-067E-454C-8F17-93E9923D6393}" srcId="{DC122D74-CF82-4351-A4EC-35B60BF2DC13}" destId="{126FCCF8-0D9B-4BED-A407-E55CE7198A14}" srcOrd="0" destOrd="0" parTransId="{F294E3DB-A660-49EA-88C1-6A2390FF0FDE}" sibTransId="{1D1E0908-33E4-4FEC-8718-D69CA08D43EC}"/>
    <dgm:cxn modelId="{A0FE55DD-97A4-49D3-A174-9FDC8E8B387F}" type="presOf" srcId="{DC122D74-CF82-4351-A4EC-35B60BF2DC13}" destId="{CD156304-5874-44FC-A9E1-5EEE411BA48C}" srcOrd="0" destOrd="0" presId="urn:microsoft.com/office/officeart/2005/8/layout/venn3"/>
    <dgm:cxn modelId="{DF4842B3-2C79-43A2-94A9-3CCB50AD46A9}" type="presOf" srcId="{126FCCF8-0D9B-4BED-A407-E55CE7198A14}" destId="{59714750-5992-4B70-B164-AC69EFA7B541}" srcOrd="0" destOrd="0" presId="urn:microsoft.com/office/officeart/2005/8/layout/venn3"/>
    <dgm:cxn modelId="{47100FC8-927D-4FB4-B9F6-0EFB11F1F251}" srcId="{DC122D74-CF82-4351-A4EC-35B60BF2DC13}" destId="{A7FC4736-09A9-4831-ACFC-674BDDDFCBCC}" srcOrd="1" destOrd="0" parTransId="{0C44312B-A96D-4F0A-9248-64E82164F76F}" sibTransId="{E3374DF3-DE3D-4EA7-BB44-7F01DA95C5B2}"/>
    <dgm:cxn modelId="{96F38F43-6DF2-46FE-896C-3FB7A058FF16}" type="presParOf" srcId="{CD156304-5874-44FC-A9E1-5EEE411BA48C}" destId="{59714750-5992-4B70-B164-AC69EFA7B541}" srcOrd="0" destOrd="0" presId="urn:microsoft.com/office/officeart/2005/8/layout/venn3"/>
    <dgm:cxn modelId="{5E1ADDA9-48E2-4C5D-9C37-F27BE7F5D26D}" type="presParOf" srcId="{CD156304-5874-44FC-A9E1-5EEE411BA48C}" destId="{BA50E5D0-5A26-4A97-B3EA-EB3B5C24B0A3}" srcOrd="1" destOrd="0" presId="urn:microsoft.com/office/officeart/2005/8/layout/venn3"/>
    <dgm:cxn modelId="{367B4883-67DF-4EAA-BB30-75BADDFBC3CD}" type="presParOf" srcId="{CD156304-5874-44FC-A9E1-5EEE411BA48C}" destId="{1C616880-5399-4BD4-9272-5A0C9AE78A0B}" srcOrd="2" destOrd="0" presId="urn:microsoft.com/office/officeart/2005/8/layout/venn3"/>
    <dgm:cxn modelId="{9CC2270B-A530-4902-BA13-6C6E2112346E}" type="presParOf" srcId="{CD156304-5874-44FC-A9E1-5EEE411BA48C}" destId="{D74BBDE4-64DD-48E7-B615-857A3524EDAB}" srcOrd="3" destOrd="0" presId="urn:microsoft.com/office/officeart/2005/8/layout/venn3"/>
    <dgm:cxn modelId="{8F513D85-2C4F-4181-9085-53988152DAD2}" type="presParOf" srcId="{CD156304-5874-44FC-A9E1-5EEE411BA48C}" destId="{F7F401B0-F283-4A58-A146-CDA044F277A2}" srcOrd="4" destOrd="0" presId="urn:microsoft.com/office/officeart/2005/8/layout/ven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D9F282-31D4-440E-8794-3E42350D3BCF}" type="datetimeFigureOut">
              <a:rPr lang="fr-FR" smtClean="0"/>
              <a:t>06/06/2017</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37150C-0843-4D4D-8119-C80C8730ACDC}" type="slidenum">
              <a:rPr lang="fr-FR" smtClean="0"/>
              <a:t>‹N°›</a:t>
            </a:fld>
            <a:endParaRPr lang="fr-FR"/>
          </a:p>
        </p:txBody>
      </p:sp>
    </p:spTree>
    <p:extLst>
      <p:ext uri="{BB962C8B-B14F-4D97-AF65-F5344CB8AC3E}">
        <p14:creationId xmlns:p14="http://schemas.microsoft.com/office/powerpoint/2010/main" val="13325118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0" indent="0" algn="ctr">
              <a:buNone/>
            </a:pPr>
            <a:endParaRPr lang="fr-FR" sz="1400" b="1" i="1" dirty="0" smtClean="0">
              <a:solidFill>
                <a:schemeClr val="tx1"/>
              </a:solidFill>
              <a:latin typeface="Arial-BoldMT"/>
              <a:cs typeface="Times New Roman" panose="02020603050405020304" pitchFamily="18" charset="0"/>
            </a:endParaRPr>
          </a:p>
          <a:p>
            <a:pPr marL="0" indent="0" algn="ctr">
              <a:buNone/>
            </a:pPr>
            <a:r>
              <a:rPr lang="fr-FR" sz="1400" b="1" i="1" dirty="0" smtClean="0">
                <a:solidFill>
                  <a:schemeClr val="tx1"/>
                </a:solidFill>
                <a:latin typeface="Arial-BoldMT"/>
                <a:cs typeface="Times New Roman" panose="02020603050405020304" pitchFamily="18" charset="0"/>
              </a:rPr>
              <a:t>« Pourquoi cette incapacité à faire du sens, à partir d’un écrit de la vie quotidienne, chez ce salarié dont les compétences professionnelles ne sont plus à prouver ? » </a:t>
            </a:r>
          </a:p>
          <a:p>
            <a:pPr marL="0" indent="0" algn="ctr">
              <a:buNone/>
            </a:pPr>
            <a:r>
              <a:rPr lang="fr-FR" sz="1400" b="0" dirty="0" smtClean="0">
                <a:solidFill>
                  <a:schemeClr val="tx1"/>
                </a:solidFill>
                <a:latin typeface="Arial-BoldMT"/>
                <a:cs typeface="Times New Roman" panose="02020603050405020304" pitchFamily="18" charset="0"/>
              </a:rPr>
              <a:t>(Leclercq, 1999, p. 9)</a:t>
            </a:r>
          </a:p>
          <a:p>
            <a:pPr marL="0" indent="0" algn="ctr">
              <a:buNone/>
            </a:pPr>
            <a:r>
              <a:rPr lang="fr-FR" sz="1400" b="0" dirty="0" smtClean="0">
                <a:solidFill>
                  <a:schemeClr val="tx1"/>
                </a:solidFill>
                <a:latin typeface="Arial-BoldMT"/>
                <a:cs typeface="Times New Roman" panose="02020603050405020304" pitchFamily="18" charset="0"/>
              </a:rPr>
              <a:t> </a:t>
            </a:r>
          </a:p>
          <a:p>
            <a:pPr marL="0" indent="0" algn="ctr">
              <a:buNone/>
            </a:pPr>
            <a:r>
              <a:rPr lang="fr-FR" sz="1200" b="0" dirty="0" smtClean="0">
                <a:solidFill>
                  <a:schemeClr val="tx1"/>
                </a:solidFill>
                <a:latin typeface="Arial-BoldMT"/>
                <a:cs typeface="Times New Roman" panose="02020603050405020304" pitchFamily="18" charset="0"/>
              </a:rPr>
              <a:t>Cette question posée par Véronique Leclercq sera notre point de départ…qui justifie l’intérêt de notre terme</a:t>
            </a:r>
          </a:p>
          <a:p>
            <a:pPr marL="0" indent="0" algn="ctr">
              <a:buNone/>
            </a:pPr>
            <a:endParaRPr lang="fr-FR" sz="800" b="0" dirty="0" smtClean="0">
              <a:solidFill>
                <a:schemeClr val="tx1"/>
              </a:solidFill>
              <a:latin typeface="Arial-BoldMT"/>
              <a:cs typeface="Times New Roman" panose="02020603050405020304" pitchFamily="18" charset="0"/>
            </a:endParaRPr>
          </a:p>
          <a:p>
            <a:pPr marL="0" indent="0" algn="ctr">
              <a:buNone/>
            </a:pPr>
            <a:r>
              <a:rPr lang="fr-FR" sz="1600" b="1" dirty="0" smtClean="0">
                <a:solidFill>
                  <a:schemeClr val="tx1"/>
                </a:solidFill>
                <a:effectLst>
                  <a:outerShdw blurRad="38100" dist="38100" dir="2700000" algn="tl">
                    <a:srgbClr val="000000">
                      <a:alpha val="43137"/>
                    </a:srgbClr>
                  </a:outerShdw>
                </a:effectLst>
                <a:latin typeface="Arial-BoldMT"/>
                <a:cs typeface="Times New Roman" panose="02020603050405020304" pitchFamily="18" charset="0"/>
              </a:rPr>
              <a:t>ECRITS PROFESSIONNELS</a:t>
            </a:r>
          </a:p>
          <a:p>
            <a:pPr marL="0" indent="0" algn="ctr">
              <a:buNone/>
            </a:pPr>
            <a:endParaRPr lang="fr-FR" sz="800" b="0" dirty="0" smtClean="0">
              <a:solidFill>
                <a:schemeClr val="tx1"/>
              </a:solidFill>
              <a:latin typeface="Arial-BoldMT"/>
              <a:cs typeface="Times New Roman" panose="02020603050405020304" pitchFamily="18" charset="0"/>
            </a:endParaRPr>
          </a:p>
          <a:p>
            <a:pPr marL="0" indent="0" algn="ctr">
              <a:buNone/>
            </a:pPr>
            <a:r>
              <a:rPr lang="fr-FR" sz="1200" b="0" dirty="0" smtClean="0">
                <a:solidFill>
                  <a:schemeClr val="tx1"/>
                </a:solidFill>
                <a:latin typeface="Arial-BoldMT"/>
                <a:cs typeface="Times New Roman" panose="02020603050405020304" pitchFamily="18" charset="0"/>
              </a:rPr>
              <a:t>Nous passons nos journées à ECRIRE. D’où l’importance d’aborder cet terme avec rigueur, méthode et des prérequis.</a:t>
            </a:r>
          </a:p>
          <a:p>
            <a:endParaRPr lang="fr-FR" dirty="0"/>
          </a:p>
        </p:txBody>
      </p:sp>
      <p:sp>
        <p:nvSpPr>
          <p:cNvPr id="4" name="Espace réservé du numéro de diapositive 3"/>
          <p:cNvSpPr>
            <a:spLocks noGrp="1"/>
          </p:cNvSpPr>
          <p:nvPr>
            <p:ph type="sldNum" sz="quarter" idx="10"/>
          </p:nvPr>
        </p:nvSpPr>
        <p:spPr/>
        <p:txBody>
          <a:bodyPr/>
          <a:lstStyle/>
          <a:p>
            <a:fld id="{4337150C-0843-4D4D-8119-C80C8730ACDC}" type="slidenum">
              <a:rPr lang="fr-FR" smtClean="0"/>
              <a:t>1</a:t>
            </a:fld>
            <a:endParaRPr lang="fr-FR"/>
          </a:p>
        </p:txBody>
      </p:sp>
    </p:spTree>
    <p:extLst>
      <p:ext uri="{BB962C8B-B14F-4D97-AF65-F5344CB8AC3E}">
        <p14:creationId xmlns:p14="http://schemas.microsoft.com/office/powerpoint/2010/main" val="2288109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eaLnBrk="1" hangingPunct="1"/>
            <a:r>
              <a:rPr lang="fr-FR" altLang="fr-FR" dirty="0" smtClean="0"/>
              <a:t>Les autres messages n’ont aucune présentation normalisée. Quelques règles de lisibilité et de mise en page sont nécessaires mais surtout la créativité et l’esthétique sont essentielles.</a:t>
            </a:r>
          </a:p>
          <a:p>
            <a:pPr eaLnBrk="1" hangingPunct="1"/>
            <a:endParaRPr lang="fr-FR" altLang="fr-FR" dirty="0" smtClean="0"/>
          </a:p>
          <a:p>
            <a:pPr eaLnBrk="1" hangingPunct="1"/>
            <a:r>
              <a:rPr lang="fr-FR" altLang="fr-FR" dirty="0" smtClean="0"/>
              <a:t>Dans un publipostage commercial à vocation publicitaire :</a:t>
            </a:r>
          </a:p>
          <a:p>
            <a:pPr eaLnBrk="1" hangingPunct="1"/>
            <a:r>
              <a:rPr lang="fr-FR" altLang="fr-FR" dirty="0" smtClean="0"/>
              <a:t>On trouvera : </a:t>
            </a:r>
          </a:p>
          <a:p>
            <a:pPr eaLnBrk="1" hangingPunct="1"/>
            <a:r>
              <a:rPr lang="fr-FR" altLang="fr-FR" dirty="0" smtClean="0"/>
              <a:t>1 - l’accroche : écrite en gros caractères ;</a:t>
            </a:r>
          </a:p>
          <a:p>
            <a:pPr eaLnBrk="1" hangingPunct="1"/>
            <a:r>
              <a:rPr lang="fr-FR" altLang="fr-FR" dirty="0" smtClean="0"/>
              <a:t>                       Préférer l’écriture manuscrite</a:t>
            </a:r>
          </a:p>
          <a:p>
            <a:pPr eaLnBrk="1" hangingPunct="1"/>
            <a:r>
              <a:rPr lang="fr-FR" altLang="fr-FR" dirty="0" smtClean="0"/>
              <a:t>                       Objectif : inciter le lecteur à lire la suite</a:t>
            </a:r>
          </a:p>
          <a:p>
            <a:pPr eaLnBrk="1" hangingPunct="1"/>
            <a:r>
              <a:rPr lang="fr-FR" altLang="fr-FR" dirty="0" smtClean="0"/>
              <a:t>2 -  la personnalisation</a:t>
            </a:r>
          </a:p>
          <a:p>
            <a:pPr eaLnBrk="1" hangingPunct="1"/>
            <a:r>
              <a:rPr lang="fr-FR" altLang="fr-FR" dirty="0" smtClean="0"/>
              <a:t>3 - La lettre s’adresse à une seule personne qui est rendu importante par le « cher »</a:t>
            </a:r>
          </a:p>
          <a:p>
            <a:pPr eaLnBrk="1" hangingPunct="1"/>
            <a:r>
              <a:rPr lang="fr-FR" altLang="fr-FR" dirty="0" smtClean="0"/>
              <a:t>4 - La lettre commence par l’explication du besoin du prospect</a:t>
            </a:r>
          </a:p>
          <a:p>
            <a:pPr eaLnBrk="1" hangingPunct="1"/>
            <a:r>
              <a:rPr lang="fr-FR" altLang="fr-FR" dirty="0" smtClean="0"/>
              <a:t>5 - Dans le corps de la lettre, une solution pour répondre à son besoin est proposée et argumentée</a:t>
            </a:r>
          </a:p>
          <a:p>
            <a:pPr eaLnBrk="1" hangingPunct="1"/>
            <a:r>
              <a:rPr lang="fr-FR" altLang="fr-FR" dirty="0" smtClean="0"/>
              <a:t>6 - Dans la dernière partie, on explique au prospect comment il doit agir.</a:t>
            </a:r>
          </a:p>
          <a:p>
            <a:pPr eaLnBrk="1" hangingPunct="1"/>
            <a:endParaRPr lang="fr-FR" altLang="fr-FR" dirty="0" smtClean="0"/>
          </a:p>
          <a:p>
            <a:endParaRPr lang="fr-FR" dirty="0"/>
          </a:p>
        </p:txBody>
      </p:sp>
      <p:sp>
        <p:nvSpPr>
          <p:cNvPr id="4" name="Espace réservé du numéro de diapositive 3"/>
          <p:cNvSpPr>
            <a:spLocks noGrp="1"/>
          </p:cNvSpPr>
          <p:nvPr>
            <p:ph type="sldNum" sz="quarter" idx="10"/>
          </p:nvPr>
        </p:nvSpPr>
        <p:spPr/>
        <p:txBody>
          <a:bodyPr/>
          <a:lstStyle/>
          <a:p>
            <a:fld id="{4337150C-0843-4D4D-8119-C80C8730ACDC}" type="slidenum">
              <a:rPr lang="fr-FR" smtClean="0"/>
              <a:t>5</a:t>
            </a:fld>
            <a:endParaRPr lang="fr-FR"/>
          </a:p>
        </p:txBody>
      </p:sp>
    </p:spTree>
    <p:extLst>
      <p:ext uri="{BB962C8B-B14F-4D97-AF65-F5344CB8AC3E}">
        <p14:creationId xmlns:p14="http://schemas.microsoft.com/office/powerpoint/2010/main" val="6944967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Nous avons</a:t>
            </a:r>
            <a:r>
              <a:rPr lang="fr-FR" baseline="0" dirty="0" smtClean="0"/>
              <a:t> deux types de courrier/ interne et externe</a:t>
            </a:r>
            <a:endParaRPr lang="fr-FR" dirty="0"/>
          </a:p>
        </p:txBody>
      </p:sp>
      <p:sp>
        <p:nvSpPr>
          <p:cNvPr id="4" name="Espace réservé du numéro de diapositive 3"/>
          <p:cNvSpPr>
            <a:spLocks noGrp="1"/>
          </p:cNvSpPr>
          <p:nvPr>
            <p:ph type="sldNum" sz="quarter" idx="10"/>
          </p:nvPr>
        </p:nvSpPr>
        <p:spPr/>
        <p:txBody>
          <a:bodyPr/>
          <a:lstStyle/>
          <a:p>
            <a:fld id="{4337150C-0843-4D4D-8119-C80C8730ACDC}" type="slidenum">
              <a:rPr lang="fr-FR" smtClean="0"/>
              <a:t>6</a:t>
            </a:fld>
            <a:endParaRPr lang="fr-FR"/>
          </a:p>
        </p:txBody>
      </p:sp>
    </p:spTree>
    <p:extLst>
      <p:ext uri="{BB962C8B-B14F-4D97-AF65-F5344CB8AC3E}">
        <p14:creationId xmlns:p14="http://schemas.microsoft.com/office/powerpoint/2010/main" val="15618300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Comme</a:t>
            </a:r>
            <a:r>
              <a:rPr lang="fr-FR" baseline="0" dirty="0" smtClean="0"/>
              <a:t> nous l’avons spécifié dans l’introduction nous pouvons catégoriser 2 types de courriers, internes et externe /</a:t>
            </a:r>
            <a:endParaRPr lang="fr-FR" dirty="0"/>
          </a:p>
        </p:txBody>
      </p:sp>
      <p:sp>
        <p:nvSpPr>
          <p:cNvPr id="4" name="Espace réservé du numéro de diapositive 3"/>
          <p:cNvSpPr>
            <a:spLocks noGrp="1"/>
          </p:cNvSpPr>
          <p:nvPr>
            <p:ph type="sldNum" sz="quarter" idx="10"/>
          </p:nvPr>
        </p:nvSpPr>
        <p:spPr/>
        <p:txBody>
          <a:bodyPr/>
          <a:lstStyle/>
          <a:p>
            <a:fld id="{4337150C-0843-4D4D-8119-C80C8730ACDC}" type="slidenum">
              <a:rPr lang="fr-FR" smtClean="0"/>
              <a:t>7</a:t>
            </a:fld>
            <a:endParaRPr lang="fr-FR"/>
          </a:p>
        </p:txBody>
      </p:sp>
    </p:spTree>
    <p:extLst>
      <p:ext uri="{BB962C8B-B14F-4D97-AF65-F5344CB8AC3E}">
        <p14:creationId xmlns:p14="http://schemas.microsoft.com/office/powerpoint/2010/main" val="16461822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sz="1200" kern="1200" dirty="0" smtClean="0">
                <a:solidFill>
                  <a:schemeClr val="tx1"/>
                </a:solidFill>
                <a:effectLst/>
                <a:latin typeface="Arial" charset="0"/>
                <a:ea typeface="+mn-ea"/>
                <a:cs typeface="+mn-cs"/>
              </a:rPr>
              <a:t>Le principe est simple : on introduit dans un télécopieur une ou plusieurs feuilles de papier, l'appareil numérise le message (image, texte manuscrit ou dactylographié) et l'envoie par ligne téléphonique à un appareil récepteur qui transforme les signaux en points noirs sur une feuille thermosensible.</a:t>
            </a:r>
            <a:r>
              <a:rPr lang="fr-FR" dirty="0" smtClean="0"/>
              <a:t> </a:t>
            </a:r>
          </a:p>
          <a:p>
            <a:r>
              <a:rPr lang="fr-FR" sz="1200" kern="1200" dirty="0" smtClean="0">
                <a:solidFill>
                  <a:schemeClr val="tx1"/>
                </a:solidFill>
                <a:effectLst/>
                <a:latin typeface="Arial" charset="0"/>
                <a:ea typeface="+mn-ea"/>
                <a:cs typeface="+mn-cs"/>
              </a:rPr>
              <a:t>Certains ordinateurs équipés d'un modem permettent de télécopier n'importe quel document sans passer par un support papier.</a:t>
            </a:r>
            <a:r>
              <a:rPr lang="fr-FR" dirty="0" smtClean="0"/>
              <a:t> </a:t>
            </a:r>
          </a:p>
          <a:p>
            <a:endParaRPr lang="fr-FR" dirty="0"/>
          </a:p>
        </p:txBody>
      </p:sp>
      <p:sp>
        <p:nvSpPr>
          <p:cNvPr id="4" name="Espace réservé du numéro de diapositive 3"/>
          <p:cNvSpPr>
            <a:spLocks noGrp="1"/>
          </p:cNvSpPr>
          <p:nvPr>
            <p:ph type="sldNum" sz="quarter" idx="10"/>
          </p:nvPr>
        </p:nvSpPr>
        <p:spPr/>
        <p:txBody>
          <a:bodyPr/>
          <a:lstStyle/>
          <a:p>
            <a:fld id="{4337150C-0843-4D4D-8119-C80C8730ACDC}" type="slidenum">
              <a:rPr lang="fr-FR" smtClean="0"/>
              <a:t>13</a:t>
            </a:fld>
            <a:endParaRPr lang="fr-FR"/>
          </a:p>
        </p:txBody>
      </p:sp>
    </p:spTree>
    <p:extLst>
      <p:ext uri="{BB962C8B-B14F-4D97-AF65-F5344CB8AC3E}">
        <p14:creationId xmlns:p14="http://schemas.microsoft.com/office/powerpoint/2010/main" val="20311713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4337150C-0843-4D4D-8119-C80C8730ACDC}" type="slidenum">
              <a:rPr lang="fr-FR" smtClean="0"/>
              <a:t>20</a:t>
            </a:fld>
            <a:endParaRPr lang="fr-FR"/>
          </a:p>
        </p:txBody>
      </p:sp>
    </p:spTree>
    <p:extLst>
      <p:ext uri="{BB962C8B-B14F-4D97-AF65-F5344CB8AC3E}">
        <p14:creationId xmlns:p14="http://schemas.microsoft.com/office/powerpoint/2010/main" val="30194867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4337150C-0843-4D4D-8119-C80C8730ACDC}" type="slidenum">
              <a:rPr lang="fr-FR" smtClean="0"/>
              <a:t>23</a:t>
            </a:fld>
            <a:endParaRPr lang="fr-FR"/>
          </a:p>
        </p:txBody>
      </p:sp>
    </p:spTree>
    <p:extLst>
      <p:ext uri="{BB962C8B-B14F-4D97-AF65-F5344CB8AC3E}">
        <p14:creationId xmlns:p14="http://schemas.microsoft.com/office/powerpoint/2010/main" val="257313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4337150C-0843-4D4D-8119-C80C8730ACDC}" type="slidenum">
              <a:rPr lang="fr-FR" smtClean="0"/>
              <a:t>29</a:t>
            </a:fld>
            <a:endParaRPr lang="fr-FR"/>
          </a:p>
        </p:txBody>
      </p:sp>
    </p:spTree>
    <p:extLst>
      <p:ext uri="{BB962C8B-B14F-4D97-AF65-F5344CB8AC3E}">
        <p14:creationId xmlns:p14="http://schemas.microsoft.com/office/powerpoint/2010/main" val="189289855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grpSp>
        <p:nvGrpSpPr>
          <p:cNvPr id="16" name="Group 15"/>
          <p:cNvGrpSpPr/>
          <p:nvPr/>
        </p:nvGrpSpPr>
        <p:grpSpPr>
          <a:xfrm>
            <a:off x="0" y="-2373"/>
            <a:ext cx="12192000" cy="6867027"/>
            <a:chOff x="0" y="-2373"/>
            <a:chExt cx="12192000" cy="6867027"/>
          </a:xfrm>
        </p:grpSpPr>
        <p:sp>
          <p:nvSpPr>
            <p:cNvPr id="8" name="Rectangle 7"/>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fr-FR" smtClean="0"/>
              <a:t>Modifiez le style du titre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Modifiez le style des sous-titres du masque</a:t>
            </a:r>
            <a:endParaRPr lang="en-US" dirty="0"/>
          </a:p>
        </p:txBody>
      </p:sp>
      <p:sp>
        <p:nvSpPr>
          <p:cNvPr id="4" name="Date Placeholder 3"/>
          <p:cNvSpPr>
            <a:spLocks noGrp="1"/>
          </p:cNvSpPr>
          <p:nvPr>
            <p:ph type="dt" sz="half" idx="10"/>
          </p:nvPr>
        </p:nvSpPr>
        <p:spPr>
          <a:xfrm rot="5400000">
            <a:off x="10089390" y="1792223"/>
            <a:ext cx="990599" cy="304799"/>
          </a:xfrm>
        </p:spPr>
        <p:txBody>
          <a:bodyPr anchor="t"/>
          <a:lstStyle>
            <a:lvl1pPr algn="l">
              <a:defRPr b="0" i="0">
                <a:solidFill>
                  <a:schemeClr val="bg1"/>
                </a:solidFill>
              </a:defRPr>
            </a:lvl1pPr>
          </a:lstStyle>
          <a:p>
            <a:fld id="{5586B75A-687E-405C-8A0B-8D00578BA2C3}" type="datetimeFigureOut">
              <a:rPr lang="en-US" smtClean="0"/>
              <a:pPr/>
              <a:t>6/6/2017</a:t>
            </a:fld>
            <a:endParaRPr lang="en-US" dirty="0"/>
          </a:p>
        </p:txBody>
      </p:sp>
      <p:sp>
        <p:nvSpPr>
          <p:cNvPr id="5" name="Footer Placeholder 4"/>
          <p:cNvSpPr>
            <a:spLocks noGrp="1"/>
          </p:cNvSpPr>
          <p:nvPr>
            <p:ph type="ftr" sz="quarter" idx="11"/>
          </p:nvPr>
        </p:nvSpPr>
        <p:spPr>
          <a:xfrm rot="5400000">
            <a:off x="8959592" y="3226820"/>
            <a:ext cx="3859795" cy="304801"/>
          </a:xfrm>
        </p:spPr>
        <p:txBody>
          <a:bodyPr/>
          <a:lstStyle>
            <a:lvl1pPr>
              <a:defRPr b="0" i="0">
                <a:solidFill>
                  <a:schemeClr val="bg1"/>
                </a:solidFill>
              </a:defRPr>
            </a:lvl1pPr>
          </a:lstStyle>
          <a:p>
            <a:endParaRPr lang="en-US" dirty="0"/>
          </a:p>
        </p:txBody>
      </p:sp>
      <p:sp>
        <p:nvSpPr>
          <p:cNvPr id="10" name="Rectangle 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10351008" y="292608"/>
            <a:ext cx="838199" cy="767687"/>
          </a:xfrm>
        </p:spPr>
        <p:txBody>
          <a:bodyPr/>
          <a:lstStyle>
            <a:lvl1pPr>
              <a:defRPr sz="2800" b="0" i="0">
                <a:latin typeface="+mj-lt"/>
              </a:defRPr>
            </a:lvl1pPr>
          </a:lstStyle>
          <a:p>
            <a:fld id="{4FAB73BC-B049-4115-A692-8D63A059BFB8}" type="slidenum">
              <a:rPr lang="en-US" smtClean="0"/>
              <a:pPr/>
              <a:t>‹N°›</a:t>
            </a:fld>
            <a:endParaRPr lang="en-US" dirty="0"/>
          </a:p>
        </p:txBody>
      </p:sp>
    </p:spTree>
    <p:extLst>
      <p:ext uri="{BB962C8B-B14F-4D97-AF65-F5344CB8AC3E}">
        <p14:creationId xmlns:p14="http://schemas.microsoft.com/office/powerpoint/2010/main" val="41559089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Content Placeholder 2"/>
          <p:cNvSpPr>
            <a:spLocks noGrp="1"/>
          </p:cNvSpPr>
          <p:nvPr>
            <p:ph idx="1"/>
          </p:nvPr>
        </p:nvSpPr>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7B2D3E9E-A95C-48F2-B4BF-A71542E0BE9A}" type="datetimeFigureOut">
              <a:rPr lang="en-US" smtClean="0"/>
              <a:t>6/6/2017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‹N°›</a:t>
            </a:fld>
            <a:endParaRPr lang="en-US" dirty="0"/>
          </a:p>
        </p:txBody>
      </p:sp>
    </p:spTree>
    <p:extLst>
      <p:ext uri="{BB962C8B-B14F-4D97-AF65-F5344CB8AC3E}">
        <p14:creationId xmlns:p14="http://schemas.microsoft.com/office/powerpoint/2010/main" val="8254421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grpSp>
        <p:nvGrpSpPr>
          <p:cNvPr id="13" name="Group 12"/>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2677645"/>
            <a:ext cx="4351023" cy="2283824"/>
          </a:xfrm>
        </p:spPr>
        <p:txBody>
          <a:bodyPr anchor="ctr"/>
          <a:lstStyle>
            <a:lvl1pPr algn="l">
              <a:defRPr sz="4000" b="0" cap="none"/>
            </a:lvl1pPr>
          </a:lstStyle>
          <a:p>
            <a:r>
              <a:rPr lang="fr-FR" smtClean="0"/>
              <a:t>Modifiez le style du titre</a:t>
            </a:r>
            <a:endParaRPr lang="en-US" dirty="0"/>
          </a:p>
        </p:txBody>
      </p:sp>
      <p:sp>
        <p:nvSpPr>
          <p:cNvPr id="3" name="Text Placeholder 2"/>
          <p:cNvSpPr>
            <a:spLocks noGrp="1"/>
          </p:cNvSpPr>
          <p:nvPr>
            <p:ph type="body" idx="1"/>
          </p:nvPr>
        </p:nvSpPr>
        <p:spPr>
          <a:xfrm>
            <a:off x="6895558" y="2677644"/>
            <a:ext cx="3755379" cy="2283823"/>
          </a:xfrm>
        </p:spPr>
        <p:txBody>
          <a:bodyPr anchor="ctr"/>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Modifiez les styles du texte du masque</a:t>
            </a:r>
          </a:p>
        </p:txBody>
      </p:sp>
      <p:sp>
        <p:nvSpPr>
          <p:cNvPr id="4" name="Date Placeholder 3"/>
          <p:cNvSpPr>
            <a:spLocks noGrp="1"/>
          </p:cNvSpPr>
          <p:nvPr>
            <p:ph type="dt" sz="half" idx="10"/>
          </p:nvPr>
        </p:nvSpPr>
        <p:spPr/>
        <p:txBody>
          <a:bodyPr/>
          <a:lstStyle/>
          <a:p>
            <a:fld id="{5586B75A-687E-405C-8A0B-8D00578BA2C3}" type="datetimeFigureOut">
              <a:rPr lang="en-US" smtClean="0"/>
              <a:pPr/>
              <a:t>6/6/2017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5" name="Rectangle 14"/>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4FAB73BC-B049-4115-A692-8D63A059BFB8}" type="slidenum">
              <a:rPr lang="en-US" smtClean="0"/>
              <a:pPr/>
              <a:t>‹N°›</a:t>
            </a:fld>
            <a:endParaRPr lang="en-US" dirty="0"/>
          </a:p>
        </p:txBody>
      </p:sp>
    </p:spTree>
    <p:extLst>
      <p:ext uri="{BB962C8B-B14F-4D97-AF65-F5344CB8AC3E}">
        <p14:creationId xmlns:p14="http://schemas.microsoft.com/office/powerpoint/2010/main" val="29223711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Date Placeholder 4"/>
          <p:cNvSpPr>
            <a:spLocks noGrp="1"/>
          </p:cNvSpPr>
          <p:nvPr>
            <p:ph type="dt" sz="half" idx="10"/>
          </p:nvPr>
        </p:nvSpPr>
        <p:spPr/>
        <p:txBody>
          <a:bodyPr/>
          <a:lstStyle/>
          <a:p>
            <a:fld id="{F12952B5-7A2F-4CC8-B7CE-9234E21C2837}" type="datetimeFigureOut">
              <a:rPr lang="en-US" smtClean="0"/>
              <a:t>6/6/2017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‹N°›</a:t>
            </a:fld>
            <a:endParaRPr lang="en-US" dirty="0"/>
          </a:p>
        </p:txBody>
      </p:sp>
    </p:spTree>
    <p:extLst>
      <p:ext uri="{BB962C8B-B14F-4D97-AF65-F5344CB8AC3E}">
        <p14:creationId xmlns:p14="http://schemas.microsoft.com/office/powerpoint/2010/main" val="12080249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smtClean="0"/>
              <a:t>Modifiez le style du titre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6" name="Content Placeholder 5"/>
          <p:cNvSpPr>
            <a:spLocks noGrp="1"/>
          </p:cNvSpPr>
          <p:nvPr>
            <p:ph sz="quarter" idx="4"/>
          </p:nvPr>
        </p:nvSpPr>
        <p:spPr>
          <a:xfrm>
            <a:off x="6208710" y="3179762"/>
            <a:ext cx="4825159" cy="2840039"/>
          </a:xfrm>
        </p:spPr>
        <p:txBody>
          <a:bodyPr>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7" name="Date Placeholder 6"/>
          <p:cNvSpPr>
            <a:spLocks noGrp="1"/>
          </p:cNvSpPr>
          <p:nvPr>
            <p:ph type="dt" sz="half" idx="10"/>
          </p:nvPr>
        </p:nvSpPr>
        <p:spPr/>
        <p:txBody>
          <a:bodyPr/>
          <a:lstStyle/>
          <a:p>
            <a:fld id="{CE1DA07A-9201-4B4B-BAF2-015AFA30F520}" type="datetimeFigureOut">
              <a:rPr lang="en-US" smtClean="0"/>
              <a:t>6/6/2017</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t>‹N°›</a:t>
            </a:fld>
            <a:endParaRPr lang="en-US" dirty="0"/>
          </a:p>
        </p:txBody>
      </p:sp>
    </p:spTree>
    <p:extLst>
      <p:ext uri="{BB962C8B-B14F-4D97-AF65-F5344CB8AC3E}">
        <p14:creationId xmlns:p14="http://schemas.microsoft.com/office/powerpoint/2010/main" val="11517181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Date Placeholder 2"/>
          <p:cNvSpPr>
            <a:spLocks noGrp="1"/>
          </p:cNvSpPr>
          <p:nvPr>
            <p:ph type="dt" sz="half" idx="10"/>
          </p:nvPr>
        </p:nvSpPr>
        <p:spPr/>
        <p:txBody>
          <a:bodyPr/>
          <a:lstStyle/>
          <a:p>
            <a:fld id="{73D7E00A-486F-4252-8B1D-E32645521F49}" type="datetimeFigureOut">
              <a:rPr lang="en-US" smtClean="0"/>
              <a:t>6/6/2017</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t>‹N°›</a:t>
            </a:fld>
            <a:endParaRPr lang="en-US" dirty="0"/>
          </a:p>
        </p:txBody>
      </p:sp>
    </p:spTree>
    <p:extLst>
      <p:ext uri="{BB962C8B-B14F-4D97-AF65-F5344CB8AC3E}">
        <p14:creationId xmlns:p14="http://schemas.microsoft.com/office/powerpoint/2010/main" val="30339444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DDF5F92-E675-4B36-9A60-69A962A68675}" type="datetimeFigureOut">
              <a:rPr lang="en-US" smtClean="0"/>
              <a:t>6/6/2017</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4FAB73BC-B049-4115-A692-8D63A059BFB8}" type="slidenum">
              <a:rPr lang="en-US" smtClean="0"/>
              <a:t>‹N°›</a:t>
            </a:fld>
            <a:endParaRPr lang="en-US" dirty="0"/>
          </a:p>
        </p:txBody>
      </p:sp>
    </p:spTree>
    <p:extLst>
      <p:ext uri="{BB962C8B-B14F-4D97-AF65-F5344CB8AC3E}">
        <p14:creationId xmlns:p14="http://schemas.microsoft.com/office/powerpoint/2010/main" val="21915634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grpSp>
        <p:nvGrpSpPr>
          <p:cNvPr id="14" name="Group 13"/>
          <p:cNvGrpSpPr/>
          <p:nvPr/>
        </p:nvGrpSpPr>
        <p:grpSpPr>
          <a:xfrm>
            <a:off x="0" y="-2373"/>
            <a:ext cx="12192000" cy="6867027"/>
            <a:chOff x="0" y="-2373"/>
            <a:chExt cx="12192000" cy="6867027"/>
          </a:xfrm>
        </p:grpSpPr>
        <p:sp>
          <p:nvSpPr>
            <p:cNvPr id="12" name="Rectangle 11"/>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Oval 15"/>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295400"/>
            <a:ext cx="2793159" cy="1600200"/>
          </a:xfrm>
        </p:spPr>
        <p:txBody>
          <a:bodyPr anchor="b"/>
          <a:lstStyle>
            <a:lvl1pPr algn="l">
              <a:defRPr sz="2400" b="0"/>
            </a:lvl1pPr>
          </a:lstStyle>
          <a:p>
            <a:r>
              <a:rPr lang="fr-FR" smtClean="0"/>
              <a:t>Modifiez le style du titre</a:t>
            </a:r>
            <a:endParaRPr lang="en-US" dirty="0"/>
          </a:p>
        </p:txBody>
      </p:sp>
      <p:sp>
        <p:nvSpPr>
          <p:cNvPr id="3" name="Content Placeholder 2"/>
          <p:cNvSpPr>
            <a:spLocks noGrp="1"/>
          </p:cNvSpPr>
          <p:nvPr>
            <p:ph idx="1"/>
          </p:nvPr>
        </p:nvSpPr>
        <p:spPr>
          <a:xfrm>
            <a:off x="5781146" y="1447800"/>
            <a:ext cx="5190065" cy="4572000"/>
          </a:xfrm>
        </p:spPr>
        <p:txBody>
          <a:bodyPr anchor="ctr">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Text Placeholder 3"/>
          <p:cNvSpPr>
            <a:spLocks noGrp="1"/>
          </p:cNvSpPr>
          <p:nvPr>
            <p:ph type="body" sz="half" idx="2"/>
          </p:nvPr>
        </p:nvSpPr>
        <p:spPr bwMode="gray">
          <a:xfrm>
            <a:off x="1154955" y="2895600"/>
            <a:ext cx="2793158" cy="3129279"/>
          </a:xfrm>
        </p:spPr>
        <p:txBody>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5" name="Date Placeholder 4"/>
          <p:cNvSpPr>
            <a:spLocks noGrp="1"/>
          </p:cNvSpPr>
          <p:nvPr>
            <p:ph type="dt" sz="half" idx="10"/>
          </p:nvPr>
        </p:nvSpPr>
        <p:spPr/>
        <p:txBody>
          <a:bodyPr/>
          <a:lstStyle/>
          <a:p>
            <a:fld id="{AF6E2C9B-5FA2-460D-9BE7-B0812FC2A6FF}" type="datetimeFigureOut">
              <a:rPr lang="en-US" smtClean="0"/>
              <a:t>6/6/2017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5" name="Rectangle 14"/>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4FAB73BC-B049-4115-A692-8D63A059BFB8}" type="slidenum">
              <a:rPr lang="en-US" smtClean="0"/>
              <a:pPr/>
              <a:t>‹N°›</a:t>
            </a:fld>
            <a:endParaRPr lang="en-US" dirty="0"/>
          </a:p>
        </p:txBody>
      </p:sp>
    </p:spTree>
    <p:extLst>
      <p:ext uri="{BB962C8B-B14F-4D97-AF65-F5344CB8AC3E}">
        <p14:creationId xmlns:p14="http://schemas.microsoft.com/office/powerpoint/2010/main" val="14901391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grpSp>
        <p:nvGrpSpPr>
          <p:cNvPr id="20" name="Group 19"/>
          <p:cNvGrpSpPr/>
          <p:nvPr/>
        </p:nvGrpSpPr>
        <p:grpSpPr>
          <a:xfrm>
            <a:off x="0" y="-2373"/>
            <a:ext cx="12192000" cy="6867027"/>
            <a:chOff x="0" y="-2373"/>
            <a:chExt cx="12192000" cy="6867027"/>
          </a:xfrm>
        </p:grpSpPr>
        <p:sp>
          <p:nvSpPr>
            <p:cNvPr id="12" name="Rectangle 11"/>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3907" y="1693332"/>
            <a:ext cx="3860260" cy="1735668"/>
          </a:xfrm>
        </p:spPr>
        <p:txBody>
          <a:bodyPr anchor="b">
            <a:normAutofit/>
          </a:bodyPr>
          <a:lstStyle>
            <a:lvl1pPr algn="l">
              <a:defRPr sz="3600" b="0"/>
            </a:lvl1pPr>
          </a:lstStyle>
          <a:p>
            <a:r>
              <a:rPr lang="fr-FR" smtClean="0"/>
              <a:t>Modifiez le style du titre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smtClean="0"/>
              <a:t>Cliquez sur l'icône pour ajouter une image</a:t>
            </a:r>
            <a:endParaRPr lang="en-US" dirty="0"/>
          </a:p>
        </p:txBody>
      </p:sp>
      <p:sp>
        <p:nvSpPr>
          <p:cNvPr id="4" name="Text Placeholder 3"/>
          <p:cNvSpPr>
            <a:spLocks noGrp="1"/>
          </p:cNvSpPr>
          <p:nvPr>
            <p:ph type="body" sz="half" idx="2"/>
          </p:nvPr>
        </p:nvSpPr>
        <p:spPr bwMode="gray">
          <a:xfrm>
            <a:off x="1154955" y="3657600"/>
            <a:ext cx="3859212" cy="1371600"/>
          </a:xfrm>
        </p:spPr>
        <p:txBody>
          <a:bodyPr>
            <a:normAutofit/>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5" name="Date Placeholder 4"/>
          <p:cNvSpPr>
            <a:spLocks noGrp="1"/>
          </p:cNvSpPr>
          <p:nvPr>
            <p:ph type="dt" sz="half" idx="10"/>
          </p:nvPr>
        </p:nvSpPr>
        <p:spPr/>
        <p:txBody>
          <a:bodyPr/>
          <a:lstStyle/>
          <a:p>
            <a:fld id="{5586B75A-687E-405C-8A0B-8D00578BA2C3}" type="datetimeFigureOut">
              <a:rPr lang="en-US" smtClean="0"/>
              <a:pPr/>
              <a:t>6/6/2017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4FAB73BC-B049-4115-A692-8D63A059BFB8}" type="slidenum">
              <a:rPr lang="en-US" smtClean="0"/>
              <a:pPr/>
              <a:t>‹N°›</a:t>
            </a:fld>
            <a:endParaRPr lang="en-US" dirty="0"/>
          </a:p>
        </p:txBody>
      </p:sp>
    </p:spTree>
    <p:extLst>
      <p:ext uri="{BB962C8B-B14F-4D97-AF65-F5344CB8AC3E}">
        <p14:creationId xmlns:p14="http://schemas.microsoft.com/office/powerpoint/2010/main" val="11743132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 panoramique avec légende">
    <p:spTree>
      <p:nvGrpSpPr>
        <p:cNvPr id="1" name=""/>
        <p:cNvGrpSpPr/>
        <p:nvPr/>
      </p:nvGrpSpPr>
      <p:grpSpPr>
        <a:xfrm>
          <a:off x="0" y="0"/>
          <a:ext cx="0" cy="0"/>
          <a:chOff x="0" y="0"/>
          <a:chExt cx="0" cy="0"/>
        </a:xfrm>
      </p:grpSpPr>
      <p:grpSp>
        <p:nvGrpSpPr>
          <p:cNvPr id="19" name="Group 18"/>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4966674"/>
            <a:ext cx="8825657" cy="566738"/>
          </a:xfrm>
        </p:spPr>
        <p:txBody>
          <a:bodyPr anchor="b">
            <a:normAutofit/>
          </a:bodyPr>
          <a:lstStyle>
            <a:lvl1pPr algn="l">
              <a:defRPr sz="2400" b="0"/>
            </a:lvl1pPr>
          </a:lstStyle>
          <a:p>
            <a:r>
              <a:rPr lang="fr-FR" smtClean="0"/>
              <a:t>Modifiez le style du titre</a:t>
            </a:r>
            <a:endParaRPr lang="en-US" dirty="0"/>
          </a:p>
        </p:txBody>
      </p:sp>
      <p:sp>
        <p:nvSpPr>
          <p:cNvPr id="3" name="Picture Placeholder 2"/>
          <p:cNvSpPr>
            <a:spLocks noGrp="1" noChangeAspect="1"/>
          </p:cNvSpPr>
          <p:nvPr>
            <p:ph type="pic" idx="1"/>
          </p:nvPr>
        </p:nvSpPr>
        <p:spPr>
          <a:xfrm>
            <a:off x="1154955" y="685800"/>
            <a:ext cx="8825658"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smtClean="0"/>
              <a:t>Cliquez sur l'icône pour ajouter une image</a:t>
            </a:r>
            <a:endParaRPr lang="en-US" dirty="0"/>
          </a:p>
        </p:txBody>
      </p:sp>
      <p:sp>
        <p:nvSpPr>
          <p:cNvPr id="4" name="Text Placeholder 3"/>
          <p:cNvSpPr>
            <a:spLocks noGrp="1"/>
          </p:cNvSpPr>
          <p:nvPr>
            <p:ph type="body" sz="half" idx="2"/>
          </p:nvPr>
        </p:nvSpPr>
        <p:spPr bwMode="gray">
          <a:xfrm>
            <a:off x="1154956" y="5536665"/>
            <a:ext cx="8825656" cy="493712"/>
          </a:xfrm>
        </p:spPr>
        <p:txBody>
          <a:bodyPr>
            <a:normAutofit/>
          </a:bodyPr>
          <a:lstStyle>
            <a:lvl1pPr marL="0" indent="0">
              <a:buNone/>
              <a:defRPr sz="12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5" name="Date Placeholder 4"/>
          <p:cNvSpPr>
            <a:spLocks noGrp="1"/>
          </p:cNvSpPr>
          <p:nvPr>
            <p:ph type="dt" sz="half" idx="10"/>
          </p:nvPr>
        </p:nvSpPr>
        <p:spPr/>
        <p:txBody>
          <a:bodyPr/>
          <a:lstStyle/>
          <a:p>
            <a:fld id="{5586B75A-687E-405C-8A0B-8D00578BA2C3}" type="datetimeFigureOut">
              <a:rPr lang="en-US" smtClean="0"/>
              <a:pPr/>
              <a:t>6/6/2017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4FAB73BC-B049-4115-A692-8D63A059BFB8}" type="slidenum">
              <a:rPr lang="en-US" smtClean="0"/>
              <a:pPr/>
              <a:t>‹N°›</a:t>
            </a:fld>
            <a:endParaRPr lang="en-US" dirty="0"/>
          </a:p>
        </p:txBody>
      </p:sp>
    </p:spTree>
    <p:extLst>
      <p:ext uri="{BB962C8B-B14F-4D97-AF65-F5344CB8AC3E}">
        <p14:creationId xmlns:p14="http://schemas.microsoft.com/office/powerpoint/2010/main" val="32446163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re et légende">
    <p:spTree>
      <p:nvGrpSpPr>
        <p:cNvPr id="1" name=""/>
        <p:cNvGrpSpPr/>
        <p:nvPr/>
      </p:nvGrpSpPr>
      <p:grpSpPr>
        <a:xfrm>
          <a:off x="0" y="0"/>
          <a:ext cx="0" cy="0"/>
          <a:chOff x="0" y="0"/>
          <a:chExt cx="0" cy="0"/>
        </a:xfrm>
      </p:grpSpPr>
      <p:grpSp>
        <p:nvGrpSpPr>
          <p:cNvPr id="12" name="Group 11"/>
          <p:cNvGrpSpPr/>
          <p:nvPr/>
        </p:nvGrpSpPr>
        <p:grpSpPr>
          <a:xfrm>
            <a:off x="0" y="-2373"/>
            <a:ext cx="12192000" cy="6867027"/>
            <a:chOff x="0" y="-2373"/>
            <a:chExt cx="12192000" cy="6867027"/>
          </a:xfrm>
        </p:grpSpPr>
        <p:sp>
          <p:nvSpPr>
            <p:cNvPr id="10" name="Rectangle 9"/>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063416"/>
            <a:ext cx="8825659" cy="1379755"/>
          </a:xfrm>
        </p:spPr>
        <p:txBody>
          <a:bodyPr/>
          <a:lstStyle>
            <a:lvl1pPr>
              <a:defRPr sz="4000"/>
            </a:lvl1pPr>
          </a:lstStyle>
          <a:p>
            <a:r>
              <a:rPr lang="fr-FR" smtClean="0"/>
              <a:t>Modifiez le style du titre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4" name="Date Placeholder 3"/>
          <p:cNvSpPr>
            <a:spLocks noGrp="1"/>
          </p:cNvSpPr>
          <p:nvPr>
            <p:ph type="dt" sz="half" idx="10"/>
          </p:nvPr>
        </p:nvSpPr>
        <p:spPr/>
        <p:txBody>
          <a:bodyPr/>
          <a:lstStyle/>
          <a:p>
            <a:fld id="{5586B75A-687E-405C-8A0B-8D00578BA2C3}" type="datetimeFigureOut">
              <a:rPr lang="en-US" smtClean="0"/>
              <a:pPr/>
              <a:t>6/6/2017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4FAB73BC-B049-4115-A692-8D63A059BFB8}" type="slidenum">
              <a:rPr lang="en-US" smtClean="0"/>
              <a:pPr/>
              <a:t>‹N°›</a:t>
            </a:fld>
            <a:endParaRPr lang="en-US" dirty="0"/>
          </a:p>
        </p:txBody>
      </p:sp>
    </p:spTree>
    <p:extLst>
      <p:ext uri="{BB962C8B-B14F-4D97-AF65-F5344CB8AC3E}">
        <p14:creationId xmlns:p14="http://schemas.microsoft.com/office/powerpoint/2010/main" val="771796590"/>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itation avec légende">
    <p:spTree>
      <p:nvGrpSpPr>
        <p:cNvPr id="1" name=""/>
        <p:cNvGrpSpPr/>
        <p:nvPr/>
      </p:nvGrpSpPr>
      <p:grpSpPr>
        <a:xfrm>
          <a:off x="0" y="0"/>
          <a:ext cx="0" cy="0"/>
          <a:chOff x="0" y="0"/>
          <a:chExt cx="0" cy="0"/>
        </a:xfrm>
      </p:grpSpPr>
      <p:grpSp>
        <p:nvGrpSpPr>
          <p:cNvPr id="7" name="Group 6"/>
          <p:cNvGrpSpPr/>
          <p:nvPr/>
        </p:nvGrpSpPr>
        <p:grpSpPr>
          <a:xfrm>
            <a:off x="0" y="-2373"/>
            <a:ext cx="12192000" cy="6867027"/>
            <a:chOff x="0" y="-2373"/>
            <a:chExt cx="12192000" cy="6867027"/>
          </a:xfrm>
        </p:grpSpPr>
        <p:sp>
          <p:nvSpPr>
            <p:cNvPr id="15" name="Rectangle 14"/>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4"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6"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3" name="TextBox 12"/>
          <p:cNvSpPr txBox="1"/>
          <p:nvPr/>
        </p:nvSpPr>
        <p:spPr>
          <a:xfrm>
            <a:off x="9719438" y="2631815"/>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9600" dirty="0"/>
              <a:t>”</a:t>
            </a:r>
          </a:p>
        </p:txBody>
      </p:sp>
      <p:sp>
        <p:nvSpPr>
          <p:cNvPr id="9" name="TextBox 8"/>
          <p:cNvSpPr txBox="1"/>
          <p:nvPr/>
        </p:nvSpPr>
        <p:spPr>
          <a:xfrm>
            <a:off x="898295" y="591093"/>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9600" dirty="0"/>
              <a:t>“</a:t>
            </a:r>
          </a:p>
        </p:txBody>
      </p:sp>
      <p:sp>
        <p:nvSpPr>
          <p:cNvPr id="2" name="Title 1"/>
          <p:cNvSpPr>
            <a:spLocks noGrp="1"/>
          </p:cNvSpPr>
          <p:nvPr>
            <p:ph type="title"/>
          </p:nvPr>
        </p:nvSpPr>
        <p:spPr>
          <a:xfrm>
            <a:off x="1581878" y="980517"/>
            <a:ext cx="8453906" cy="2698249"/>
          </a:xfrm>
        </p:spPr>
        <p:txBody>
          <a:bodyPr/>
          <a:lstStyle>
            <a:lvl1pPr>
              <a:defRPr sz="4000"/>
            </a:lvl1pPr>
          </a:lstStyle>
          <a:p>
            <a:r>
              <a:rPr lang="fr-FR" smtClean="0"/>
              <a:t>Modifiez le style du titre</a:t>
            </a:r>
            <a:endParaRPr lang="en-US" dirty="0"/>
          </a:p>
        </p:txBody>
      </p:sp>
      <p:sp>
        <p:nvSpPr>
          <p:cNvPr id="14" name="Text Placeholder 3"/>
          <p:cNvSpPr>
            <a:spLocks noGrp="1"/>
          </p:cNvSpPr>
          <p:nvPr>
            <p:ph type="body" sz="half" idx="13"/>
          </p:nvPr>
        </p:nvSpPr>
        <p:spPr bwMode="gray">
          <a:xfrm>
            <a:off x="1945945" y="3678766"/>
            <a:ext cx="7725772" cy="342174"/>
          </a:xfrm>
        </p:spPr>
        <p:txBody>
          <a:bodyPr anchor="t">
            <a:normAutofit/>
          </a:bodyPr>
          <a:lstStyle>
            <a:lvl1pPr marL="0" indent="0">
              <a:buNone/>
              <a:defRPr lang="en-US" sz="1400" b="0" i="0" kern="1200" cap="small" dirty="0">
                <a:solidFill>
                  <a:schemeClr val="accent1"/>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4" name="Date Placeholder 3"/>
          <p:cNvSpPr>
            <a:spLocks noGrp="1"/>
          </p:cNvSpPr>
          <p:nvPr>
            <p:ph type="dt" sz="half" idx="10"/>
          </p:nvPr>
        </p:nvSpPr>
        <p:spPr/>
        <p:txBody>
          <a:bodyPr/>
          <a:lstStyle/>
          <a:p>
            <a:fld id="{5586B75A-687E-405C-8A0B-8D00578BA2C3}" type="datetimeFigureOut">
              <a:rPr lang="en-US" smtClean="0"/>
              <a:pPr/>
              <a:t>6/6/2017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32" name="Rectangle 3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4FAB73BC-B049-4115-A692-8D63A059BFB8}" type="slidenum">
              <a:rPr lang="en-US" smtClean="0"/>
              <a:pPr/>
              <a:t>‹N°›</a:t>
            </a:fld>
            <a:endParaRPr lang="en-US" dirty="0"/>
          </a:p>
        </p:txBody>
      </p:sp>
    </p:spTree>
    <p:extLst>
      <p:ext uri="{BB962C8B-B14F-4D97-AF65-F5344CB8AC3E}">
        <p14:creationId xmlns:p14="http://schemas.microsoft.com/office/powerpoint/2010/main" val="159997075"/>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arte nom">
    <p:spTree>
      <p:nvGrpSpPr>
        <p:cNvPr id="1" name=""/>
        <p:cNvGrpSpPr/>
        <p:nvPr/>
      </p:nvGrpSpPr>
      <p:grpSpPr>
        <a:xfrm>
          <a:off x="0" y="0"/>
          <a:ext cx="0" cy="0"/>
          <a:chOff x="0" y="0"/>
          <a:chExt cx="0" cy="0"/>
        </a:xfrm>
      </p:grpSpPr>
      <p:grpSp>
        <p:nvGrpSpPr>
          <p:cNvPr id="18" name="Group 17"/>
          <p:cNvGrpSpPr/>
          <p:nvPr/>
        </p:nvGrpSpPr>
        <p:grpSpPr>
          <a:xfrm>
            <a:off x="0" y="-2373"/>
            <a:ext cx="12192000" cy="6867027"/>
            <a:chOff x="0" y="-2373"/>
            <a:chExt cx="12192000" cy="6867027"/>
          </a:xfrm>
        </p:grpSpPr>
        <p:sp>
          <p:nvSpPr>
            <p:cNvPr id="10" name="Rectangle 9"/>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fr-FR" smtClean="0"/>
              <a:t>Modifiez le style du titre</a:t>
            </a:r>
            <a:endParaRPr lang="en-US" dirty="0"/>
          </a:p>
        </p:txBody>
      </p:sp>
      <p:sp>
        <p:nvSpPr>
          <p:cNvPr id="3" name="Text Placeholder 2"/>
          <p:cNvSpPr>
            <a:spLocks noGrp="1"/>
          </p:cNvSpPr>
          <p:nvPr>
            <p:ph type="body" idx="1"/>
          </p:nvPr>
        </p:nvSpPr>
        <p:spPr>
          <a:xfrm>
            <a:off x="1154954" y="5033068"/>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Modifiez les styles du texte du masque</a:t>
            </a:r>
          </a:p>
        </p:txBody>
      </p:sp>
      <p:sp>
        <p:nvSpPr>
          <p:cNvPr id="4" name="Date Placeholder 3"/>
          <p:cNvSpPr>
            <a:spLocks noGrp="1"/>
          </p:cNvSpPr>
          <p:nvPr>
            <p:ph type="dt" sz="half" idx="10"/>
          </p:nvPr>
        </p:nvSpPr>
        <p:spPr/>
        <p:txBody>
          <a:bodyPr/>
          <a:lstStyle/>
          <a:p>
            <a:fld id="{5586B75A-687E-405C-8A0B-8D00578BA2C3}" type="datetimeFigureOut">
              <a:rPr lang="en-US" smtClean="0"/>
              <a:pPr/>
              <a:t>6/6/2017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2" name="Rectangle 1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4FAB73BC-B049-4115-A692-8D63A059BFB8}" type="slidenum">
              <a:rPr lang="en-US" smtClean="0"/>
              <a:pPr/>
              <a:t>‹N°›</a:t>
            </a:fld>
            <a:endParaRPr lang="en-US" dirty="0"/>
          </a:p>
        </p:txBody>
      </p:sp>
    </p:spTree>
    <p:extLst>
      <p:ext uri="{BB962C8B-B14F-4D97-AF65-F5344CB8AC3E}">
        <p14:creationId xmlns:p14="http://schemas.microsoft.com/office/powerpoint/2010/main" val="1068251373"/>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onn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fr-FR" smtClean="0"/>
              <a:t>Modifiez le style du titre</a:t>
            </a:r>
            <a:endParaRPr lang="en-US" dirty="0"/>
          </a:p>
        </p:txBody>
      </p:sp>
      <p:sp>
        <p:nvSpPr>
          <p:cNvPr id="3" name="Text Placeholder 2"/>
          <p:cNvSpPr>
            <a:spLocks noGrp="1"/>
          </p:cNvSpPr>
          <p:nvPr>
            <p:ph type="body" idx="1"/>
          </p:nvPr>
        </p:nvSpPr>
        <p:spPr>
          <a:xfrm>
            <a:off x="1154954" y="2617299"/>
            <a:ext cx="312916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16" name="Text Placeholder 3"/>
          <p:cNvSpPr>
            <a:spLocks noGrp="1"/>
          </p:cNvSpPr>
          <p:nvPr>
            <p:ph type="body" sz="half" idx="15"/>
          </p:nvPr>
        </p:nvSpPr>
        <p:spPr>
          <a:xfrm>
            <a:off x="1154954" y="3193561"/>
            <a:ext cx="3129168" cy="283349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5" name="Text Placeholder 4"/>
          <p:cNvSpPr>
            <a:spLocks noGrp="1"/>
          </p:cNvSpPr>
          <p:nvPr>
            <p:ph type="body" sz="quarter" idx="3"/>
          </p:nvPr>
        </p:nvSpPr>
        <p:spPr>
          <a:xfrm>
            <a:off x="4512721" y="2603502"/>
            <a:ext cx="314538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19" name="Text Placeholder 3"/>
          <p:cNvSpPr>
            <a:spLocks noGrp="1"/>
          </p:cNvSpPr>
          <p:nvPr>
            <p:ph type="body" sz="half" idx="16"/>
          </p:nvPr>
        </p:nvSpPr>
        <p:spPr>
          <a:xfrm>
            <a:off x="4512721" y="3193561"/>
            <a:ext cx="3145380" cy="283349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14" name="Text Placeholder 4"/>
          <p:cNvSpPr>
            <a:spLocks noGrp="1"/>
          </p:cNvSpPr>
          <p:nvPr>
            <p:ph type="body" sz="quarter" idx="13"/>
          </p:nvPr>
        </p:nvSpPr>
        <p:spPr>
          <a:xfrm>
            <a:off x="7886700" y="2617299"/>
            <a:ext cx="3161029"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20" name="Text Placeholder 3"/>
          <p:cNvSpPr>
            <a:spLocks noGrp="1"/>
          </p:cNvSpPr>
          <p:nvPr>
            <p:ph type="body" sz="half" idx="17"/>
          </p:nvPr>
        </p:nvSpPr>
        <p:spPr>
          <a:xfrm>
            <a:off x="7886700" y="3193561"/>
            <a:ext cx="3164719" cy="28334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cxnSp>
        <p:nvCxnSpPr>
          <p:cNvPr id="22" name="Straight Connector 21"/>
          <p:cNvCxnSpPr/>
          <p:nvPr/>
        </p:nvCxnSpPr>
        <p:spPr>
          <a:xfrm>
            <a:off x="440397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777240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5586B75A-687E-405C-8A0B-8D00578BA2C3}" type="datetimeFigureOut">
              <a:rPr lang="en-US" smtClean="0"/>
              <a:pPr/>
              <a:t>6/6/2017</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‹N°›</a:t>
            </a:fld>
            <a:endParaRPr lang="en-US" dirty="0"/>
          </a:p>
        </p:txBody>
      </p:sp>
    </p:spTree>
    <p:extLst>
      <p:ext uri="{BB962C8B-B14F-4D97-AF65-F5344CB8AC3E}">
        <p14:creationId xmlns:p14="http://schemas.microsoft.com/office/powerpoint/2010/main" val="1371237792"/>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onnes d’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fr-FR" smtClean="0"/>
              <a:t>Modifiez le style du titre</a:t>
            </a:r>
            <a:endParaRPr lang="en-US" dirty="0"/>
          </a:p>
        </p:txBody>
      </p:sp>
      <p:sp>
        <p:nvSpPr>
          <p:cNvPr id="3" name="Text Placeholder 2"/>
          <p:cNvSpPr>
            <a:spLocks noGrp="1"/>
          </p:cNvSpPr>
          <p:nvPr>
            <p:ph type="body" idx="1"/>
          </p:nvPr>
        </p:nvSpPr>
        <p:spPr>
          <a:xfrm>
            <a:off x="1154952" y="4532845"/>
            <a:ext cx="30504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29" name="Picture Placeholder 2"/>
          <p:cNvSpPr>
            <a:spLocks noGrp="1" noChangeAspect="1"/>
          </p:cNvSpPr>
          <p:nvPr>
            <p:ph type="pic" idx="15"/>
          </p:nvPr>
        </p:nvSpPr>
        <p:spPr>
          <a:xfrm>
            <a:off x="1334552"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smtClean="0"/>
              <a:t>Cliquez sur l'icône pour ajouter une image</a:t>
            </a:r>
            <a:endParaRPr lang="en-US" dirty="0"/>
          </a:p>
        </p:txBody>
      </p:sp>
      <p:sp>
        <p:nvSpPr>
          <p:cNvPr id="22" name="Text Placeholder 3"/>
          <p:cNvSpPr>
            <a:spLocks noGrp="1"/>
          </p:cNvSpPr>
          <p:nvPr>
            <p:ph type="body" sz="half" idx="18"/>
          </p:nvPr>
        </p:nvSpPr>
        <p:spPr>
          <a:xfrm>
            <a:off x="1154953" y="5109107"/>
            <a:ext cx="3050437" cy="91794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5" name="Text Placeholder 4"/>
          <p:cNvSpPr>
            <a:spLocks noGrp="1"/>
          </p:cNvSpPr>
          <p:nvPr>
            <p:ph type="body" sz="quarter" idx="3"/>
          </p:nvPr>
        </p:nvSpPr>
        <p:spPr>
          <a:xfrm>
            <a:off x="4572537" y="4532846"/>
            <a:ext cx="3046766" cy="651156"/>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30" name="Picture Placeholder 2"/>
          <p:cNvSpPr>
            <a:spLocks noGrp="1" noChangeAspect="1"/>
          </p:cNvSpPr>
          <p:nvPr>
            <p:ph type="pic" idx="21"/>
          </p:nvPr>
        </p:nvSpPr>
        <p:spPr>
          <a:xfrm>
            <a:off x="4748463" y="2603500"/>
            <a:ext cx="2691241"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smtClean="0"/>
              <a:t>Cliquez sur l'icône pour ajouter une image</a:t>
            </a:r>
            <a:endParaRPr lang="en-US" dirty="0"/>
          </a:p>
        </p:txBody>
      </p:sp>
      <p:sp>
        <p:nvSpPr>
          <p:cNvPr id="23" name="Text Placeholder 3"/>
          <p:cNvSpPr>
            <a:spLocks noGrp="1"/>
          </p:cNvSpPr>
          <p:nvPr>
            <p:ph type="body" sz="half" idx="19"/>
          </p:nvPr>
        </p:nvSpPr>
        <p:spPr>
          <a:xfrm>
            <a:off x="4568865" y="5184002"/>
            <a:ext cx="3050438" cy="84305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14" name="Text Placeholder 4"/>
          <p:cNvSpPr>
            <a:spLocks noGrp="1"/>
          </p:cNvSpPr>
          <p:nvPr>
            <p:ph type="body" sz="quarter" idx="13"/>
          </p:nvPr>
        </p:nvSpPr>
        <p:spPr>
          <a:xfrm>
            <a:off x="7983434" y="4532847"/>
            <a:ext cx="3050438" cy="651154"/>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31"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smtClean="0"/>
              <a:t>Cliquez sur l'icône pour ajouter une image</a:t>
            </a:r>
            <a:endParaRPr lang="en-US" dirty="0"/>
          </a:p>
        </p:txBody>
      </p:sp>
      <p:sp>
        <p:nvSpPr>
          <p:cNvPr id="24" name="Text Placeholder 3"/>
          <p:cNvSpPr>
            <a:spLocks noGrp="1"/>
          </p:cNvSpPr>
          <p:nvPr>
            <p:ph type="body" sz="half" idx="20"/>
          </p:nvPr>
        </p:nvSpPr>
        <p:spPr>
          <a:xfrm>
            <a:off x="7983434" y="5184001"/>
            <a:ext cx="3050437" cy="843054"/>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cxnSp>
        <p:nvCxnSpPr>
          <p:cNvPr id="17" name="Straight Connector 16"/>
          <p:cNvCxnSpPr/>
          <p:nvPr/>
        </p:nvCxnSpPr>
        <p:spPr>
          <a:xfrm>
            <a:off x="4388153" y="2603500"/>
            <a:ext cx="0" cy="3517594"/>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801905" y="2603500"/>
            <a:ext cx="0" cy="34925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5586B75A-687E-405C-8A0B-8D00578BA2C3}" type="datetimeFigureOut">
              <a:rPr lang="en-US" smtClean="0"/>
              <a:pPr/>
              <a:t>6/6/2017</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‹N°›</a:t>
            </a:fld>
            <a:endParaRPr lang="en-US" dirty="0"/>
          </a:p>
        </p:txBody>
      </p:sp>
    </p:spTree>
    <p:extLst>
      <p:ext uri="{BB962C8B-B14F-4D97-AF65-F5344CB8AC3E}">
        <p14:creationId xmlns:p14="http://schemas.microsoft.com/office/powerpoint/2010/main" val="4201791374"/>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a:xfrm>
            <a:off x="1154953" y="973668"/>
            <a:ext cx="8825660" cy="706964"/>
          </a:xfrm>
        </p:spPr>
        <p:txBody>
          <a:bodyPr/>
          <a:lstStyle/>
          <a:p>
            <a:r>
              <a:rPr lang="fr-FR" smtClean="0"/>
              <a:t>Modifiez le style du titre</a:t>
            </a:r>
            <a:endParaRPr lang="en-US" dirty="0"/>
          </a:p>
        </p:txBody>
      </p:sp>
      <p:sp>
        <p:nvSpPr>
          <p:cNvPr id="3" name="Vertical Text Placeholder 2"/>
          <p:cNvSpPr>
            <a:spLocks noGrp="1"/>
          </p:cNvSpPr>
          <p:nvPr>
            <p:ph type="body" orient="vert" idx="1"/>
          </p:nvPr>
        </p:nvSpPr>
        <p:spPr/>
        <p:txBody>
          <a:bodyPr vert="eaVert" anchor="t" anchorCtr="0"/>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5F4E5243-F52A-4D37-9694-EB26C6C31910}" type="datetimeFigureOut">
              <a:rPr lang="en-US" smtClean="0"/>
              <a:t>6/6/2017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‹N°›</a:t>
            </a:fld>
            <a:endParaRPr lang="en-US" dirty="0"/>
          </a:p>
        </p:txBody>
      </p:sp>
    </p:spTree>
    <p:extLst>
      <p:ext uri="{BB962C8B-B14F-4D97-AF65-F5344CB8AC3E}">
        <p14:creationId xmlns:p14="http://schemas.microsoft.com/office/powerpoint/2010/main" val="17941130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grpSp>
        <p:nvGrpSpPr>
          <p:cNvPr id="19" name="Group 18"/>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Rectangle 7"/>
            <p:cNvSpPr/>
            <p:nvPr/>
          </p:nvSpPr>
          <p:spPr>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76756" y="1278468"/>
            <a:ext cx="1413933" cy="4748589"/>
          </a:xfrm>
        </p:spPr>
        <p:txBody>
          <a:bodyPr vert="eaVert" anchor="b" anchorCtr="0"/>
          <a:lstStyle/>
          <a:p>
            <a:r>
              <a:rPr lang="fr-FR" smtClean="0"/>
              <a:t>Modifiez le style du titre</a:t>
            </a:r>
            <a:endParaRPr lang="en-US" dirty="0"/>
          </a:p>
        </p:txBody>
      </p:sp>
      <p:sp>
        <p:nvSpPr>
          <p:cNvPr id="3" name="Vertical Text Placeholder 2"/>
          <p:cNvSpPr>
            <a:spLocks noGrp="1"/>
          </p:cNvSpPr>
          <p:nvPr>
            <p:ph type="body" orient="vert" idx="1"/>
          </p:nvPr>
        </p:nvSpPr>
        <p:spPr>
          <a:xfrm>
            <a:off x="1154954" y="1278468"/>
            <a:ext cx="6247546" cy="4748590"/>
          </a:xfrm>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3A77B6E1-634A-48DC-9E8B-D894023267EF}" type="datetimeFigureOut">
              <a:rPr lang="en-US" smtClean="0"/>
              <a:t>6/6/2017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4FAB73BC-B049-4115-A692-8D63A059BFB8}" type="slidenum">
              <a:rPr lang="en-US" smtClean="0"/>
              <a:t>‹N°›</a:t>
            </a:fld>
            <a:endParaRPr lang="en-US" dirty="0"/>
          </a:p>
        </p:txBody>
      </p:sp>
    </p:spTree>
    <p:extLst>
      <p:ext uri="{BB962C8B-B14F-4D97-AF65-F5344CB8AC3E}">
        <p14:creationId xmlns:p14="http://schemas.microsoft.com/office/powerpoint/2010/main" val="18273764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9" name="Group 8"/>
          <p:cNvGrpSpPr/>
          <p:nvPr/>
        </p:nvGrpSpPr>
        <p:grpSpPr>
          <a:xfrm>
            <a:off x="0" y="-2373"/>
            <a:ext cx="12192000" cy="6867027"/>
            <a:chOff x="0" y="-2373"/>
            <a:chExt cx="12192000" cy="6867027"/>
          </a:xfrm>
        </p:grpSpPr>
        <p:sp>
          <p:nvSpPr>
            <p:cNvPr id="26" name="Rectangle 25"/>
            <p:cNvSpPr/>
            <p:nvPr/>
          </p:nvSpPr>
          <p:spPr>
            <a:xfrm>
              <a:off x="0" y="0"/>
              <a:ext cx="12192000" cy="6858000"/>
            </a:xfrm>
            <a:prstGeom prst="rect">
              <a:avLst/>
            </a:prstGeom>
            <a:blipFill>
              <a:blip r:embed="rId19">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0"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2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3" y="973668"/>
            <a:ext cx="8761413" cy="706964"/>
          </a:xfrm>
          <a:prstGeom prst="rect">
            <a:avLst/>
          </a:prstGeom>
        </p:spPr>
        <p:txBody>
          <a:bodyPr vert="horz" lIns="91440" tIns="45720" rIns="91440" bIns="45720" rtlCol="0" anchor="ctr">
            <a:noAutofit/>
          </a:bodyPr>
          <a:lstStyle/>
          <a:p>
            <a:r>
              <a:rPr lang="fr-FR" smtClean="0"/>
              <a:t>Modifiez le style du titre</a:t>
            </a:r>
            <a:endParaRPr lang="en-US" dirty="0"/>
          </a:p>
        </p:txBody>
      </p:sp>
      <p:sp>
        <p:nvSpPr>
          <p:cNvPr id="3" name="Text Placeholder 2"/>
          <p:cNvSpPr>
            <a:spLocks noGrp="1"/>
          </p:cNvSpPr>
          <p:nvPr>
            <p:ph type="body" idx="1"/>
          </p:nvPr>
        </p:nvSpPr>
        <p:spPr>
          <a:xfrm>
            <a:off x="1154955" y="2603500"/>
            <a:ext cx="8761412" cy="3416300"/>
          </a:xfrm>
          <a:prstGeom prst="rect">
            <a:avLst/>
          </a:prstGeom>
        </p:spPr>
        <p:txBody>
          <a:bodyPr vert="horz" lIns="91440" tIns="45720" rIns="91440" bIns="45720" rtlCol="0">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2"/>
          </p:nvPr>
        </p:nvSpPr>
        <p:spPr>
          <a:xfrm>
            <a:off x="10650938" y="6394061"/>
            <a:ext cx="990599" cy="304799"/>
          </a:xfrm>
          <a:prstGeom prst="rect">
            <a:avLst/>
          </a:prstGeom>
        </p:spPr>
        <p:txBody>
          <a:bodyPr vert="horz" lIns="91440" tIns="45720" rIns="91440" bIns="45720" rtlCol="0" anchor="t"/>
          <a:lstStyle>
            <a:lvl1pPr algn="r">
              <a:defRPr sz="1000" b="1" i="0">
                <a:solidFill>
                  <a:schemeClr val="accent1"/>
                </a:solidFill>
              </a:defRPr>
            </a:lvl1pPr>
          </a:lstStyle>
          <a:p>
            <a:fld id="{5586B75A-687E-405C-8A0B-8D00578BA2C3}" type="datetimeFigureOut">
              <a:rPr lang="en-US" smtClean="0"/>
              <a:pPr/>
              <a:t>6/6/2017</a:t>
            </a:fld>
            <a:endParaRPr lang="en-US" dirty="0"/>
          </a:p>
        </p:txBody>
      </p:sp>
      <p:sp>
        <p:nvSpPr>
          <p:cNvPr id="5" name="Footer Placeholder 4"/>
          <p:cNvSpPr>
            <a:spLocks noGrp="1"/>
          </p:cNvSpPr>
          <p:nvPr>
            <p:ph type="ftr" sz="quarter" idx="3"/>
          </p:nvPr>
        </p:nvSpPr>
        <p:spPr>
          <a:xfrm>
            <a:off x="528358" y="6391838"/>
            <a:ext cx="3859795" cy="304801"/>
          </a:xfrm>
          <a:prstGeom prst="rect">
            <a:avLst/>
          </a:prstGeom>
        </p:spPr>
        <p:txBody>
          <a:bodyPr vert="horz" lIns="91440" tIns="45720" rIns="91440" bIns="45720" rtlCol="0" anchor="b"/>
          <a:lstStyle>
            <a:lvl1pPr algn="l">
              <a:defRPr sz="1000" b="1" i="0">
                <a:solidFill>
                  <a:schemeClr val="accent1"/>
                </a:solidFill>
                <a:latin typeface="+mn-lt"/>
              </a:defRPr>
            </a:lvl1pPr>
          </a:lstStyle>
          <a:p>
            <a:endParaRPr lang="en-US" dirty="0"/>
          </a:p>
        </p:txBody>
      </p:sp>
      <p:sp>
        <p:nvSpPr>
          <p:cNvPr id="22" name="Rectangle 2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bg1"/>
                </a:solidFill>
                <a:latin typeface="+mn-lt"/>
              </a:defRPr>
            </a:lvl1pPr>
          </a:lstStyle>
          <a:p>
            <a:fld id="{4FAB73BC-B049-4115-A692-8D63A059BFB8}" type="slidenum">
              <a:rPr lang="en-US" smtClean="0"/>
              <a:pPr/>
              <a:t>‹N°›</a:t>
            </a:fld>
            <a:endParaRPr lang="en-US" dirty="0"/>
          </a:p>
        </p:txBody>
      </p:sp>
    </p:spTree>
    <p:extLst>
      <p:ext uri="{BB962C8B-B14F-4D97-AF65-F5344CB8AC3E}">
        <p14:creationId xmlns:p14="http://schemas.microsoft.com/office/powerpoint/2010/main" val="3257086892"/>
      </p:ext>
    </p:extLst>
  </p:cSld>
  <p:clrMap bg1="lt1" tx1="dk1" bg2="lt2" tx2="dk2" accent1="accent1" accent2="accent2" accent3="accent3" accent4="accent4" accent5="accent5" accent6="accent6" hlink="hlink" folHlink="folHlink"/>
  <p:sldLayoutIdLst>
    <p:sldLayoutId id="2147483901" r:id="rId1"/>
    <p:sldLayoutId id="2147483902" r:id="rId2"/>
    <p:sldLayoutId id="2147483903" r:id="rId3"/>
    <p:sldLayoutId id="2147483904" r:id="rId4"/>
    <p:sldLayoutId id="2147483905" r:id="rId5"/>
    <p:sldLayoutId id="2147483906" r:id="rId6"/>
    <p:sldLayoutId id="2147483907" r:id="rId7"/>
    <p:sldLayoutId id="2147483908" r:id="rId8"/>
    <p:sldLayoutId id="2147483909" r:id="rId9"/>
    <p:sldLayoutId id="2147483910" r:id="rId10"/>
    <p:sldLayoutId id="2147483911" r:id="rId11"/>
    <p:sldLayoutId id="2147483912" r:id="rId12"/>
    <p:sldLayoutId id="2147483913" r:id="rId13"/>
    <p:sldLayoutId id="2147483914" r:id="rId14"/>
    <p:sldLayoutId id="2147483915" r:id="rId15"/>
    <p:sldLayoutId id="2147483916" r:id="rId16"/>
    <p:sldLayoutId id="2147483917"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6.jpe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9.jpe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0.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3.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file:///E:\formation%20comm%20ecrite%20bac%20pro%20vente\La%20note%20de%20service.doc" TargetMode="External"/><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r>
              <a:rPr lang="fr-FR" dirty="0" smtClean="0"/>
              <a:t>LES ECRITS PROFESSIONNELS</a:t>
            </a:r>
            <a:endParaRPr lang="fr-FR" dirty="0"/>
          </a:p>
        </p:txBody>
      </p:sp>
      <p:sp>
        <p:nvSpPr>
          <p:cNvPr id="3" name="Sous-titre 2"/>
          <p:cNvSpPr>
            <a:spLocks noGrp="1"/>
          </p:cNvSpPr>
          <p:nvPr>
            <p:ph type="subTitle" idx="1"/>
          </p:nvPr>
        </p:nvSpPr>
        <p:spPr/>
        <p:txBody>
          <a:bodyPr/>
          <a:lstStyle/>
          <a:p>
            <a:r>
              <a:rPr lang="fr-FR" dirty="0" smtClean="0"/>
              <a:t>COMMUNICATION ET RELATION HUMAINE</a:t>
            </a:r>
            <a:endParaRPr lang="fr-FR" dirty="0"/>
          </a:p>
        </p:txBody>
      </p:sp>
    </p:spTree>
    <p:extLst>
      <p:ext uri="{BB962C8B-B14F-4D97-AF65-F5344CB8AC3E}">
        <p14:creationId xmlns:p14="http://schemas.microsoft.com/office/powerpoint/2010/main" val="2534584918"/>
      </p:ext>
    </p:extLst>
  </p:cSld>
  <p:clrMapOvr>
    <a:masterClrMapping/>
  </p:clrMapOvr>
  <p:transition spd="slow">
    <p:push dir="u"/>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PLAN DE TRAVAIL</a:t>
            </a:r>
            <a:endParaRPr lang="fr-FR" dirty="0"/>
          </a:p>
        </p:txBody>
      </p:sp>
      <p:graphicFrame>
        <p:nvGraphicFramePr>
          <p:cNvPr id="4" name="Espace réservé du contenu 3"/>
          <p:cNvGraphicFramePr>
            <a:graphicFrameLocks noGrp="1"/>
          </p:cNvGraphicFramePr>
          <p:nvPr>
            <p:ph idx="1"/>
            <p:extLst>
              <p:ext uri="{D42A27DB-BD31-4B8C-83A1-F6EECF244321}">
                <p14:modId xmlns:p14="http://schemas.microsoft.com/office/powerpoint/2010/main" val="2654247151"/>
              </p:ext>
            </p:extLst>
          </p:nvPr>
        </p:nvGraphicFramePr>
        <p:xfrm>
          <a:off x="1155700" y="2386013"/>
          <a:ext cx="9945688" cy="38290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5020638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
                                            <p:graphicEl>
                                              <a:dgm id="{C8492364-F86C-46A8-8867-E0ABB62C8F51}"/>
                                            </p:graphicEl>
                                          </p:spTgt>
                                        </p:tgtEl>
                                        <p:attrNameLst>
                                          <p:attrName>style.visibility</p:attrName>
                                        </p:attrNameLst>
                                      </p:cBhvr>
                                      <p:to>
                                        <p:strVal val="visible"/>
                                      </p:to>
                                    </p:set>
                                    <p:animEffect transition="in" filter="wipe(up)">
                                      <p:cBhvr>
                                        <p:cTn id="7" dur="500"/>
                                        <p:tgtEl>
                                          <p:spTgt spid="4">
                                            <p:graphicEl>
                                              <a:dgm id="{C8492364-F86C-46A8-8867-E0ABB62C8F51}"/>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
                                            <p:graphicEl>
                                              <a:dgm id="{2C3EC907-C3F3-4B2F-B642-100EF7EFA45B}"/>
                                            </p:graphicEl>
                                          </p:spTgt>
                                        </p:tgtEl>
                                        <p:attrNameLst>
                                          <p:attrName>style.visibility</p:attrName>
                                        </p:attrNameLst>
                                      </p:cBhvr>
                                      <p:to>
                                        <p:strVal val="visible"/>
                                      </p:to>
                                    </p:set>
                                    <p:animEffect transition="in" filter="wipe(up)">
                                      <p:cBhvr>
                                        <p:cTn id="12" dur="500"/>
                                        <p:tgtEl>
                                          <p:spTgt spid="4">
                                            <p:graphicEl>
                                              <a:dgm id="{2C3EC907-C3F3-4B2F-B642-100EF7EFA45B}"/>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4">
                                            <p:graphicEl>
                                              <a:dgm id="{7F8F35C9-3624-4C92-8445-FB34B210872F}"/>
                                            </p:graphicEl>
                                          </p:spTgt>
                                        </p:tgtEl>
                                        <p:attrNameLst>
                                          <p:attrName>style.visibility</p:attrName>
                                        </p:attrNameLst>
                                      </p:cBhvr>
                                      <p:to>
                                        <p:strVal val="visible"/>
                                      </p:to>
                                    </p:set>
                                    <p:animEffect transition="in" filter="wipe(up)">
                                      <p:cBhvr>
                                        <p:cTn id="17" dur="500"/>
                                        <p:tgtEl>
                                          <p:spTgt spid="4">
                                            <p:graphicEl>
                                              <a:dgm id="{7F8F35C9-3624-4C92-8445-FB34B210872F}"/>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4">
                                            <p:graphicEl>
                                              <a:dgm id="{8D8DA77B-D64D-4801-8B4F-7E09697AFACE}"/>
                                            </p:graphicEl>
                                          </p:spTgt>
                                        </p:tgtEl>
                                        <p:attrNameLst>
                                          <p:attrName>style.visibility</p:attrName>
                                        </p:attrNameLst>
                                      </p:cBhvr>
                                      <p:to>
                                        <p:strVal val="visible"/>
                                      </p:to>
                                    </p:set>
                                    <p:animEffect transition="in" filter="wipe(up)">
                                      <p:cBhvr>
                                        <p:cTn id="22" dur="500"/>
                                        <p:tgtEl>
                                          <p:spTgt spid="4">
                                            <p:graphicEl>
                                              <a:dgm id="{8D8DA77B-D64D-4801-8B4F-7E09697AFACE}"/>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4">
                                            <p:graphicEl>
                                              <a:dgm id="{8A9AA9DE-98EB-4888-B4B2-C077EEFAA6C4}"/>
                                            </p:graphicEl>
                                          </p:spTgt>
                                        </p:tgtEl>
                                        <p:attrNameLst>
                                          <p:attrName>style.visibility</p:attrName>
                                        </p:attrNameLst>
                                      </p:cBhvr>
                                      <p:to>
                                        <p:strVal val="visible"/>
                                      </p:to>
                                    </p:set>
                                    <p:animEffect transition="in" filter="wipe(up)">
                                      <p:cBhvr>
                                        <p:cTn id="27" dur="500"/>
                                        <p:tgtEl>
                                          <p:spTgt spid="4">
                                            <p:graphicEl>
                                              <a:dgm id="{8A9AA9DE-98EB-4888-B4B2-C077EEFAA6C4}"/>
                                            </p:graphic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4">
                                            <p:graphicEl>
                                              <a:dgm id="{5957C7D1-6BB2-4D6F-A434-98735BD10925}"/>
                                            </p:graphicEl>
                                          </p:spTgt>
                                        </p:tgtEl>
                                        <p:attrNameLst>
                                          <p:attrName>style.visibility</p:attrName>
                                        </p:attrNameLst>
                                      </p:cBhvr>
                                      <p:to>
                                        <p:strVal val="visible"/>
                                      </p:to>
                                    </p:set>
                                    <p:animEffect transition="in" filter="wipe(up)">
                                      <p:cBhvr>
                                        <p:cTn id="32" dur="500"/>
                                        <p:tgtEl>
                                          <p:spTgt spid="4">
                                            <p:graphicEl>
                                              <a:dgm id="{5957C7D1-6BB2-4D6F-A434-98735BD10925}"/>
                                            </p:graphic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4">
                                            <p:graphicEl>
                                              <a:dgm id="{EF0FFD37-8F7F-4FFD-BBAC-5B4AC7A3D730}"/>
                                            </p:graphicEl>
                                          </p:spTgt>
                                        </p:tgtEl>
                                        <p:attrNameLst>
                                          <p:attrName>style.visibility</p:attrName>
                                        </p:attrNameLst>
                                      </p:cBhvr>
                                      <p:to>
                                        <p:strVal val="visible"/>
                                      </p:to>
                                    </p:set>
                                    <p:animEffect transition="in" filter="wipe(up)">
                                      <p:cBhvr>
                                        <p:cTn id="37" dur="500"/>
                                        <p:tgtEl>
                                          <p:spTgt spid="4">
                                            <p:graphicEl>
                                              <a:dgm id="{EF0FFD37-8F7F-4FFD-BBAC-5B4AC7A3D730}"/>
                                            </p:graphic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4">
                                            <p:graphicEl>
                                              <a:dgm id="{515A2AEA-1FF3-41FA-9E9F-E84B83CC2146}"/>
                                            </p:graphicEl>
                                          </p:spTgt>
                                        </p:tgtEl>
                                        <p:attrNameLst>
                                          <p:attrName>style.visibility</p:attrName>
                                        </p:attrNameLst>
                                      </p:cBhvr>
                                      <p:to>
                                        <p:strVal val="visible"/>
                                      </p:to>
                                    </p:set>
                                    <p:animEffect transition="in" filter="wipe(up)">
                                      <p:cBhvr>
                                        <p:cTn id="42" dur="500"/>
                                        <p:tgtEl>
                                          <p:spTgt spid="4">
                                            <p:graphicEl>
                                              <a:dgm id="{515A2AEA-1FF3-41FA-9E9F-E84B83CC2146}"/>
                                            </p:graphic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4">
                                            <p:graphicEl>
                                              <a:dgm id="{612C66B6-D466-40D6-A4F8-CF9F41D44CC0}"/>
                                            </p:graphicEl>
                                          </p:spTgt>
                                        </p:tgtEl>
                                        <p:attrNameLst>
                                          <p:attrName>style.visibility</p:attrName>
                                        </p:attrNameLst>
                                      </p:cBhvr>
                                      <p:to>
                                        <p:strVal val="visible"/>
                                      </p:to>
                                    </p:set>
                                    <p:animEffect transition="in" filter="wipe(up)">
                                      <p:cBhvr>
                                        <p:cTn id="47" dur="500"/>
                                        <p:tgtEl>
                                          <p:spTgt spid="4">
                                            <p:graphicEl>
                                              <a:dgm id="{612C66B6-D466-40D6-A4F8-CF9F41D44CC0}"/>
                                            </p:graphic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grpId="0" nodeType="clickEffect">
                                  <p:stCondLst>
                                    <p:cond delay="0"/>
                                  </p:stCondLst>
                                  <p:childTnLst>
                                    <p:set>
                                      <p:cBhvr>
                                        <p:cTn id="51" dur="1" fill="hold">
                                          <p:stCondLst>
                                            <p:cond delay="0"/>
                                          </p:stCondLst>
                                        </p:cTn>
                                        <p:tgtEl>
                                          <p:spTgt spid="4">
                                            <p:graphicEl>
                                              <a:dgm id="{B8C15B7F-3FA5-4C99-A9A3-0A640B3D3F8B}"/>
                                            </p:graphicEl>
                                          </p:spTgt>
                                        </p:tgtEl>
                                        <p:attrNameLst>
                                          <p:attrName>style.visibility</p:attrName>
                                        </p:attrNameLst>
                                      </p:cBhvr>
                                      <p:to>
                                        <p:strVal val="visible"/>
                                      </p:to>
                                    </p:set>
                                    <p:animEffect transition="in" filter="wipe(up)">
                                      <p:cBhvr>
                                        <p:cTn id="52" dur="500"/>
                                        <p:tgtEl>
                                          <p:spTgt spid="4">
                                            <p:graphicEl>
                                              <a:dgm id="{B8C15B7F-3FA5-4C99-A9A3-0A640B3D3F8B}"/>
                                            </p:graphic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4">
                                            <p:graphicEl>
                                              <a:dgm id="{7816470B-7627-4CA9-8429-A8D3F16DEEBF}"/>
                                            </p:graphicEl>
                                          </p:spTgt>
                                        </p:tgtEl>
                                        <p:attrNameLst>
                                          <p:attrName>style.visibility</p:attrName>
                                        </p:attrNameLst>
                                      </p:cBhvr>
                                      <p:to>
                                        <p:strVal val="visible"/>
                                      </p:to>
                                    </p:set>
                                    <p:animEffect transition="in" filter="wipe(up)">
                                      <p:cBhvr>
                                        <p:cTn id="57" dur="500"/>
                                        <p:tgtEl>
                                          <p:spTgt spid="4">
                                            <p:graphicEl>
                                              <a:dgm id="{7816470B-7627-4CA9-8429-A8D3F16DEEBF}"/>
                                            </p:graphicEl>
                                          </p:spTgt>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1" fill="hold" grpId="0" nodeType="clickEffect">
                                  <p:stCondLst>
                                    <p:cond delay="0"/>
                                  </p:stCondLst>
                                  <p:childTnLst>
                                    <p:set>
                                      <p:cBhvr>
                                        <p:cTn id="61" dur="1" fill="hold">
                                          <p:stCondLst>
                                            <p:cond delay="0"/>
                                          </p:stCondLst>
                                        </p:cTn>
                                        <p:tgtEl>
                                          <p:spTgt spid="4">
                                            <p:graphicEl>
                                              <a:dgm id="{BCF32E04-C793-41DA-8673-D706CABECCA8}"/>
                                            </p:graphicEl>
                                          </p:spTgt>
                                        </p:tgtEl>
                                        <p:attrNameLst>
                                          <p:attrName>style.visibility</p:attrName>
                                        </p:attrNameLst>
                                      </p:cBhvr>
                                      <p:to>
                                        <p:strVal val="visible"/>
                                      </p:to>
                                    </p:set>
                                    <p:animEffect transition="in" filter="wipe(up)">
                                      <p:cBhvr>
                                        <p:cTn id="62" dur="500"/>
                                        <p:tgtEl>
                                          <p:spTgt spid="4">
                                            <p:graphicEl>
                                              <a:dgm id="{BCF32E04-C793-41DA-8673-D706CABECCA8}"/>
                                            </p:graphicEl>
                                          </p:spTgt>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1" fill="hold" grpId="0" nodeType="clickEffect">
                                  <p:stCondLst>
                                    <p:cond delay="0"/>
                                  </p:stCondLst>
                                  <p:childTnLst>
                                    <p:set>
                                      <p:cBhvr>
                                        <p:cTn id="66" dur="1" fill="hold">
                                          <p:stCondLst>
                                            <p:cond delay="0"/>
                                          </p:stCondLst>
                                        </p:cTn>
                                        <p:tgtEl>
                                          <p:spTgt spid="4">
                                            <p:graphicEl>
                                              <a:dgm id="{63D38758-F211-40D3-B358-F784A8519C6C}"/>
                                            </p:graphicEl>
                                          </p:spTgt>
                                        </p:tgtEl>
                                        <p:attrNameLst>
                                          <p:attrName>style.visibility</p:attrName>
                                        </p:attrNameLst>
                                      </p:cBhvr>
                                      <p:to>
                                        <p:strVal val="visible"/>
                                      </p:to>
                                    </p:set>
                                    <p:animEffect transition="in" filter="wipe(up)">
                                      <p:cBhvr>
                                        <p:cTn id="67" dur="500"/>
                                        <p:tgtEl>
                                          <p:spTgt spid="4">
                                            <p:graphicEl>
                                              <a:dgm id="{63D38758-F211-40D3-B358-F784A8519C6C}"/>
                                            </p:graphicEl>
                                          </p:spTgt>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1" fill="hold" grpId="0" nodeType="clickEffect">
                                  <p:stCondLst>
                                    <p:cond delay="0"/>
                                  </p:stCondLst>
                                  <p:childTnLst>
                                    <p:set>
                                      <p:cBhvr>
                                        <p:cTn id="71" dur="1" fill="hold">
                                          <p:stCondLst>
                                            <p:cond delay="0"/>
                                          </p:stCondLst>
                                        </p:cTn>
                                        <p:tgtEl>
                                          <p:spTgt spid="4">
                                            <p:graphicEl>
                                              <a:dgm id="{9213347B-7657-4C7F-8614-0874C938EBC0}"/>
                                            </p:graphicEl>
                                          </p:spTgt>
                                        </p:tgtEl>
                                        <p:attrNameLst>
                                          <p:attrName>style.visibility</p:attrName>
                                        </p:attrNameLst>
                                      </p:cBhvr>
                                      <p:to>
                                        <p:strVal val="visible"/>
                                      </p:to>
                                    </p:set>
                                    <p:animEffect transition="in" filter="wipe(up)">
                                      <p:cBhvr>
                                        <p:cTn id="72" dur="500"/>
                                        <p:tgtEl>
                                          <p:spTgt spid="4">
                                            <p:graphicEl>
                                              <a:dgm id="{9213347B-7657-4C7F-8614-0874C938EBC0}"/>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INTRODUCTION</a:t>
            </a:r>
            <a:endParaRPr lang="fr-FR" dirty="0"/>
          </a:p>
        </p:txBody>
      </p:sp>
      <p:sp>
        <p:nvSpPr>
          <p:cNvPr id="3" name="Espace réservé du contenu 2"/>
          <p:cNvSpPr>
            <a:spLocks noGrp="1"/>
          </p:cNvSpPr>
          <p:nvPr>
            <p:ph idx="1"/>
          </p:nvPr>
        </p:nvSpPr>
        <p:spPr>
          <a:xfrm>
            <a:off x="474103" y="1942994"/>
            <a:ext cx="10753725" cy="4000606"/>
          </a:xfrm>
        </p:spPr>
        <p:txBody>
          <a:bodyPr>
            <a:noAutofit/>
          </a:bodyPr>
          <a:lstStyle/>
          <a:p>
            <a:endParaRPr lang="fr-FR" sz="2000" dirty="0" smtClean="0"/>
          </a:p>
          <a:p>
            <a:pPr algn="just"/>
            <a:r>
              <a:rPr lang="fr-FR" sz="2000" dirty="0"/>
              <a:t>L’écriture et la disposition des textes résultent d'usages largement répandus ou font l'objet d'une normalisation française ou internationale. L’inobservation des normes et des usages peut traduire un défaut de professionnalisme</a:t>
            </a:r>
            <a:r>
              <a:rPr lang="fr-FR" sz="2000" dirty="0" smtClean="0"/>
              <a:t>.</a:t>
            </a:r>
            <a:endParaRPr lang="fr-FR" sz="2000" dirty="0"/>
          </a:p>
          <a:p>
            <a:pPr algn="just"/>
            <a:r>
              <a:rPr lang="fr-FR" sz="2000" dirty="0"/>
              <a:t>Une certaine latitude d'appréciation peut être laissée dans le choix de la présentation afin de permettre à l'émetteur de personnaliser le document par des signes distinctifs</a:t>
            </a:r>
            <a:r>
              <a:rPr lang="fr-FR" sz="2000" dirty="0" smtClean="0"/>
              <a:t>.</a:t>
            </a:r>
            <a:endParaRPr lang="fr-FR" sz="2000" dirty="0"/>
          </a:p>
          <a:p>
            <a:pPr algn="just"/>
            <a:r>
              <a:rPr lang="fr-FR" sz="2000" dirty="0"/>
              <a:t>La mise en page d'un document doit faciliter sa lisibilité, son exploitation et son classement</a:t>
            </a:r>
            <a:r>
              <a:rPr lang="fr-FR" sz="2000" dirty="0" smtClean="0"/>
              <a:t>.</a:t>
            </a:r>
          </a:p>
          <a:p>
            <a:pPr algn="just"/>
            <a:r>
              <a:rPr lang="fr-FR" sz="2000" dirty="0" smtClean="0"/>
              <a:t>La communication est soit interne(panneau d’affichage, intranet et main propre) ou soit externe(messagerie électronique, poste, coursier, télécopieur)</a:t>
            </a:r>
          </a:p>
          <a:p>
            <a:pPr algn="just"/>
            <a:r>
              <a:rPr lang="fr-FR" sz="2000" dirty="0" smtClean="0"/>
              <a:t>Les outils de communication tels le téléphone, le courrier, la télécopie, le courrier électronique ont des avantages et inconvénients et sont choisis selon le besoin</a:t>
            </a:r>
            <a:endParaRPr lang="fr-FR" sz="2000" dirty="0"/>
          </a:p>
        </p:txBody>
      </p:sp>
    </p:spTree>
    <p:extLst>
      <p:ext uri="{BB962C8B-B14F-4D97-AF65-F5344CB8AC3E}">
        <p14:creationId xmlns:p14="http://schemas.microsoft.com/office/powerpoint/2010/main" val="279152424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1000"/>
                                        <p:tgtEl>
                                          <p:spTgt spid="3">
                                            <p:txEl>
                                              <p:pRg st="3" end="3"/>
                                            </p:txEl>
                                          </p:spTgt>
                                        </p:tgtEl>
                                      </p:cBhvr>
                                    </p:animEffect>
                                    <p:anim calcmode="lin" valueType="num">
                                      <p:cBhvr>
                                        <p:cTn id="2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1000"/>
                                        <p:tgtEl>
                                          <p:spTgt spid="3">
                                            <p:txEl>
                                              <p:pRg st="4" end="4"/>
                                            </p:txEl>
                                          </p:spTgt>
                                        </p:tgtEl>
                                      </p:cBhvr>
                                    </p:animEffect>
                                    <p:anim calcmode="lin" valueType="num">
                                      <p:cBhvr>
                                        <p:cTn id="29"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fade">
                                      <p:cBhvr>
                                        <p:cTn id="35" dur="1000"/>
                                        <p:tgtEl>
                                          <p:spTgt spid="3">
                                            <p:txEl>
                                              <p:pRg st="5" end="5"/>
                                            </p:txEl>
                                          </p:spTgt>
                                        </p:tgtEl>
                                      </p:cBhvr>
                                    </p:animEffect>
                                    <p:anim calcmode="lin" valueType="num">
                                      <p:cBhvr>
                                        <p:cTn id="36"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DÉFINITION</a:t>
            </a:r>
            <a:endParaRPr lang="fr-FR" dirty="0"/>
          </a:p>
        </p:txBody>
      </p:sp>
      <p:sp>
        <p:nvSpPr>
          <p:cNvPr id="3" name="Espace réservé du contenu 2"/>
          <p:cNvSpPr>
            <a:spLocks noGrp="1"/>
          </p:cNvSpPr>
          <p:nvPr>
            <p:ph idx="1"/>
          </p:nvPr>
        </p:nvSpPr>
        <p:spPr>
          <a:xfrm>
            <a:off x="685801" y="2903538"/>
            <a:ext cx="10887074" cy="3416300"/>
          </a:xfrm>
        </p:spPr>
        <p:txBody>
          <a:bodyPr>
            <a:normAutofit/>
          </a:bodyPr>
          <a:lstStyle/>
          <a:p>
            <a:pPr algn="just"/>
            <a:r>
              <a:rPr lang="fr-FR" sz="2400" dirty="0"/>
              <a:t>L’écrit professionnel est tout document écrit, destiné à la communication d’informations entre acteurs, partenaires d’un système de production.</a:t>
            </a:r>
          </a:p>
          <a:p>
            <a:pPr algn="just"/>
            <a:r>
              <a:rPr lang="fr-FR" sz="2400" dirty="0"/>
              <a:t>Il est dit professionnel puisqu’il est utilisé en priorité dans le monde du travail ou dans l’univers de recherche s’y rapportant, comme moyen de présentation, de transmission d’informations, d’éléments </a:t>
            </a:r>
            <a:r>
              <a:rPr lang="fr-FR" sz="2400" dirty="0" smtClean="0"/>
              <a:t>de connaissance</a:t>
            </a:r>
            <a:r>
              <a:rPr lang="fr-FR" sz="2400" dirty="0"/>
              <a:t>, destinés à soutenir et favoriser les opérations de production.</a:t>
            </a:r>
          </a:p>
        </p:txBody>
      </p:sp>
    </p:spTree>
    <p:extLst>
      <p:ext uri="{BB962C8B-B14F-4D97-AF65-F5344CB8AC3E}">
        <p14:creationId xmlns:p14="http://schemas.microsoft.com/office/powerpoint/2010/main" val="177127531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LES DIFFÉRENTS TYPES D’ÉCRITS PROFESSIONNELS</a:t>
            </a:r>
            <a:endParaRPr lang="fr-FR" dirty="0"/>
          </a:p>
        </p:txBody>
      </p:sp>
      <p:graphicFrame>
        <p:nvGraphicFramePr>
          <p:cNvPr id="4" name="Espace réservé du contenu 3"/>
          <p:cNvGraphicFramePr>
            <a:graphicFrameLocks noGrp="1"/>
          </p:cNvGraphicFramePr>
          <p:nvPr>
            <p:ph idx="1"/>
            <p:extLst>
              <p:ext uri="{D42A27DB-BD31-4B8C-83A1-F6EECF244321}">
                <p14:modId xmlns:p14="http://schemas.microsoft.com/office/powerpoint/2010/main" val="4198858747"/>
              </p:ext>
            </p:extLst>
          </p:nvPr>
        </p:nvGraphicFramePr>
        <p:xfrm>
          <a:off x="676656" y="2011680"/>
          <a:ext cx="10753725" cy="441487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4485298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4">
                                            <p:graphicEl>
                                              <a:dgm id="{7C2D96C9-2353-45F8-A870-DDC51D62B9D5}"/>
                                            </p:graphicEl>
                                          </p:spTgt>
                                        </p:tgtEl>
                                        <p:attrNameLst>
                                          <p:attrName>style.visibility</p:attrName>
                                        </p:attrNameLst>
                                      </p:cBhvr>
                                      <p:to>
                                        <p:strVal val="visible"/>
                                      </p:to>
                                    </p:set>
                                    <p:animEffect transition="in" filter="wheel(1)">
                                      <p:cBhvr>
                                        <p:cTn id="7" dur="2000"/>
                                        <p:tgtEl>
                                          <p:spTgt spid="4">
                                            <p:graphicEl>
                                              <a:dgm id="{7C2D96C9-2353-45F8-A870-DDC51D62B9D5}"/>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4">
                                            <p:graphicEl>
                                              <a:dgm id="{0424B714-6336-40B9-B451-BD484A75CE10}"/>
                                            </p:graphicEl>
                                          </p:spTgt>
                                        </p:tgtEl>
                                        <p:attrNameLst>
                                          <p:attrName>style.visibility</p:attrName>
                                        </p:attrNameLst>
                                      </p:cBhvr>
                                      <p:to>
                                        <p:strVal val="visible"/>
                                      </p:to>
                                    </p:set>
                                    <p:animEffect transition="in" filter="wheel(1)">
                                      <p:cBhvr>
                                        <p:cTn id="12" dur="2000"/>
                                        <p:tgtEl>
                                          <p:spTgt spid="4">
                                            <p:graphicEl>
                                              <a:dgm id="{0424B714-6336-40B9-B451-BD484A75CE10}"/>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grpId="0" nodeType="clickEffect">
                                  <p:stCondLst>
                                    <p:cond delay="0"/>
                                  </p:stCondLst>
                                  <p:childTnLst>
                                    <p:set>
                                      <p:cBhvr>
                                        <p:cTn id="16" dur="1" fill="hold">
                                          <p:stCondLst>
                                            <p:cond delay="0"/>
                                          </p:stCondLst>
                                        </p:cTn>
                                        <p:tgtEl>
                                          <p:spTgt spid="4">
                                            <p:graphicEl>
                                              <a:dgm id="{AFD707C8-BE43-4720-9E81-133C63157F99}"/>
                                            </p:graphicEl>
                                          </p:spTgt>
                                        </p:tgtEl>
                                        <p:attrNameLst>
                                          <p:attrName>style.visibility</p:attrName>
                                        </p:attrNameLst>
                                      </p:cBhvr>
                                      <p:to>
                                        <p:strVal val="visible"/>
                                      </p:to>
                                    </p:set>
                                    <p:animEffect transition="in" filter="wheel(1)">
                                      <p:cBhvr>
                                        <p:cTn id="17" dur="2000"/>
                                        <p:tgtEl>
                                          <p:spTgt spid="4">
                                            <p:graphicEl>
                                              <a:dgm id="{AFD707C8-BE43-4720-9E81-133C63157F99}"/>
                                            </p:graphicEl>
                                          </p:spTgt>
                                        </p:tgtEl>
                                      </p:cBhvr>
                                    </p:animEffect>
                                  </p:childTnLst>
                                </p:cTn>
                              </p:par>
                              <p:par>
                                <p:cTn id="18" presetID="21" presetClass="entr" presetSubtype="1" fill="hold" grpId="0" nodeType="withEffect">
                                  <p:stCondLst>
                                    <p:cond delay="0"/>
                                  </p:stCondLst>
                                  <p:childTnLst>
                                    <p:set>
                                      <p:cBhvr>
                                        <p:cTn id="19" dur="1" fill="hold">
                                          <p:stCondLst>
                                            <p:cond delay="0"/>
                                          </p:stCondLst>
                                        </p:cTn>
                                        <p:tgtEl>
                                          <p:spTgt spid="4">
                                            <p:graphicEl>
                                              <a:dgm id="{B77F60CA-B9FE-4176-A053-524A52CA2EE7}"/>
                                            </p:graphicEl>
                                          </p:spTgt>
                                        </p:tgtEl>
                                        <p:attrNameLst>
                                          <p:attrName>style.visibility</p:attrName>
                                        </p:attrNameLst>
                                      </p:cBhvr>
                                      <p:to>
                                        <p:strVal val="visible"/>
                                      </p:to>
                                    </p:set>
                                    <p:animEffect transition="in" filter="wheel(1)">
                                      <p:cBhvr>
                                        <p:cTn id="20" dur="2000"/>
                                        <p:tgtEl>
                                          <p:spTgt spid="4">
                                            <p:graphicEl>
                                              <a:dgm id="{B77F60CA-B9FE-4176-A053-524A52CA2EE7}"/>
                                            </p:graphicEl>
                                          </p:spTgt>
                                        </p:tgtEl>
                                      </p:cBhvr>
                                    </p:animEffect>
                                  </p:childTnLst>
                                </p:cTn>
                              </p:par>
                            </p:childTnLst>
                          </p:cTn>
                        </p:par>
                      </p:childTnLst>
                    </p:cTn>
                  </p:par>
                  <p:par>
                    <p:cTn id="21" fill="hold">
                      <p:stCondLst>
                        <p:cond delay="indefinite"/>
                      </p:stCondLst>
                      <p:childTnLst>
                        <p:par>
                          <p:cTn id="22" fill="hold">
                            <p:stCondLst>
                              <p:cond delay="0"/>
                            </p:stCondLst>
                            <p:childTnLst>
                              <p:par>
                                <p:cTn id="23" presetID="21" presetClass="entr" presetSubtype="1" fill="hold" grpId="0" nodeType="clickEffect">
                                  <p:stCondLst>
                                    <p:cond delay="0"/>
                                  </p:stCondLst>
                                  <p:childTnLst>
                                    <p:set>
                                      <p:cBhvr>
                                        <p:cTn id="24" dur="1" fill="hold">
                                          <p:stCondLst>
                                            <p:cond delay="0"/>
                                          </p:stCondLst>
                                        </p:cTn>
                                        <p:tgtEl>
                                          <p:spTgt spid="4">
                                            <p:graphicEl>
                                              <a:dgm id="{0C3F0944-63A4-402A-997E-67B1F14B8DBF}"/>
                                            </p:graphicEl>
                                          </p:spTgt>
                                        </p:tgtEl>
                                        <p:attrNameLst>
                                          <p:attrName>style.visibility</p:attrName>
                                        </p:attrNameLst>
                                      </p:cBhvr>
                                      <p:to>
                                        <p:strVal val="visible"/>
                                      </p:to>
                                    </p:set>
                                    <p:animEffect transition="in" filter="wheel(1)">
                                      <p:cBhvr>
                                        <p:cTn id="25" dur="2000"/>
                                        <p:tgtEl>
                                          <p:spTgt spid="4">
                                            <p:graphicEl>
                                              <a:dgm id="{0C3F0944-63A4-402A-997E-67B1F14B8DBF}"/>
                                            </p:graphicEl>
                                          </p:spTgt>
                                        </p:tgtEl>
                                      </p:cBhvr>
                                    </p:animEffect>
                                  </p:childTnLst>
                                </p:cTn>
                              </p:par>
                              <p:par>
                                <p:cTn id="26" presetID="21" presetClass="entr" presetSubtype="1" fill="hold" grpId="0" nodeType="withEffect">
                                  <p:stCondLst>
                                    <p:cond delay="0"/>
                                  </p:stCondLst>
                                  <p:childTnLst>
                                    <p:set>
                                      <p:cBhvr>
                                        <p:cTn id="27" dur="1" fill="hold">
                                          <p:stCondLst>
                                            <p:cond delay="0"/>
                                          </p:stCondLst>
                                        </p:cTn>
                                        <p:tgtEl>
                                          <p:spTgt spid="4">
                                            <p:graphicEl>
                                              <a:dgm id="{D206E5D8-BF80-4108-BAD5-656D5A438F05}"/>
                                            </p:graphicEl>
                                          </p:spTgt>
                                        </p:tgtEl>
                                        <p:attrNameLst>
                                          <p:attrName>style.visibility</p:attrName>
                                        </p:attrNameLst>
                                      </p:cBhvr>
                                      <p:to>
                                        <p:strVal val="visible"/>
                                      </p:to>
                                    </p:set>
                                    <p:animEffect transition="in" filter="wheel(1)">
                                      <p:cBhvr>
                                        <p:cTn id="28" dur="2000"/>
                                        <p:tgtEl>
                                          <p:spTgt spid="4">
                                            <p:graphicEl>
                                              <a:dgm id="{D206E5D8-BF80-4108-BAD5-656D5A438F05}"/>
                                            </p:graphicEl>
                                          </p:spTgt>
                                        </p:tgtEl>
                                      </p:cBhvr>
                                    </p:animEffect>
                                  </p:childTnLst>
                                </p:cTn>
                              </p:par>
                            </p:childTnLst>
                          </p:cTn>
                        </p:par>
                      </p:childTnLst>
                    </p:cTn>
                  </p:par>
                  <p:par>
                    <p:cTn id="29" fill="hold">
                      <p:stCondLst>
                        <p:cond delay="indefinite"/>
                      </p:stCondLst>
                      <p:childTnLst>
                        <p:par>
                          <p:cTn id="30" fill="hold">
                            <p:stCondLst>
                              <p:cond delay="0"/>
                            </p:stCondLst>
                            <p:childTnLst>
                              <p:par>
                                <p:cTn id="31" presetID="21" presetClass="entr" presetSubtype="1" fill="hold" grpId="0" nodeType="clickEffect">
                                  <p:stCondLst>
                                    <p:cond delay="0"/>
                                  </p:stCondLst>
                                  <p:childTnLst>
                                    <p:set>
                                      <p:cBhvr>
                                        <p:cTn id="32" dur="1" fill="hold">
                                          <p:stCondLst>
                                            <p:cond delay="0"/>
                                          </p:stCondLst>
                                        </p:cTn>
                                        <p:tgtEl>
                                          <p:spTgt spid="4">
                                            <p:graphicEl>
                                              <a:dgm id="{E4FE817A-8AF8-48B3-9A0C-EDF8D8FCB521}"/>
                                            </p:graphicEl>
                                          </p:spTgt>
                                        </p:tgtEl>
                                        <p:attrNameLst>
                                          <p:attrName>style.visibility</p:attrName>
                                        </p:attrNameLst>
                                      </p:cBhvr>
                                      <p:to>
                                        <p:strVal val="visible"/>
                                      </p:to>
                                    </p:set>
                                    <p:animEffect transition="in" filter="wheel(1)">
                                      <p:cBhvr>
                                        <p:cTn id="33" dur="2000"/>
                                        <p:tgtEl>
                                          <p:spTgt spid="4">
                                            <p:graphicEl>
                                              <a:dgm id="{E4FE817A-8AF8-48B3-9A0C-EDF8D8FCB521}"/>
                                            </p:graphicEl>
                                          </p:spTgt>
                                        </p:tgtEl>
                                      </p:cBhvr>
                                    </p:animEffect>
                                  </p:childTnLst>
                                </p:cTn>
                              </p:par>
                              <p:par>
                                <p:cTn id="34" presetID="21" presetClass="entr" presetSubtype="1" fill="hold" grpId="0" nodeType="withEffect">
                                  <p:stCondLst>
                                    <p:cond delay="0"/>
                                  </p:stCondLst>
                                  <p:childTnLst>
                                    <p:set>
                                      <p:cBhvr>
                                        <p:cTn id="35" dur="1" fill="hold">
                                          <p:stCondLst>
                                            <p:cond delay="0"/>
                                          </p:stCondLst>
                                        </p:cTn>
                                        <p:tgtEl>
                                          <p:spTgt spid="4">
                                            <p:graphicEl>
                                              <a:dgm id="{CA1688FD-772F-4CFC-9C3B-0C27BA90C40C}"/>
                                            </p:graphicEl>
                                          </p:spTgt>
                                        </p:tgtEl>
                                        <p:attrNameLst>
                                          <p:attrName>style.visibility</p:attrName>
                                        </p:attrNameLst>
                                      </p:cBhvr>
                                      <p:to>
                                        <p:strVal val="visible"/>
                                      </p:to>
                                    </p:set>
                                    <p:animEffect transition="in" filter="wheel(1)">
                                      <p:cBhvr>
                                        <p:cTn id="36" dur="2000"/>
                                        <p:tgtEl>
                                          <p:spTgt spid="4">
                                            <p:graphicEl>
                                              <a:dgm id="{CA1688FD-772F-4CFC-9C3B-0C27BA90C40C}"/>
                                            </p:graphicEl>
                                          </p:spTgt>
                                        </p:tgtEl>
                                      </p:cBhvr>
                                    </p:animEffect>
                                  </p:childTnLst>
                                </p:cTn>
                              </p:par>
                            </p:childTnLst>
                          </p:cTn>
                        </p:par>
                      </p:childTnLst>
                    </p:cTn>
                  </p:par>
                  <p:par>
                    <p:cTn id="37" fill="hold">
                      <p:stCondLst>
                        <p:cond delay="indefinite"/>
                      </p:stCondLst>
                      <p:childTnLst>
                        <p:par>
                          <p:cTn id="38" fill="hold">
                            <p:stCondLst>
                              <p:cond delay="0"/>
                            </p:stCondLst>
                            <p:childTnLst>
                              <p:par>
                                <p:cTn id="39" presetID="21" presetClass="entr" presetSubtype="1" fill="hold" grpId="0" nodeType="clickEffect">
                                  <p:stCondLst>
                                    <p:cond delay="0"/>
                                  </p:stCondLst>
                                  <p:childTnLst>
                                    <p:set>
                                      <p:cBhvr>
                                        <p:cTn id="40" dur="1" fill="hold">
                                          <p:stCondLst>
                                            <p:cond delay="0"/>
                                          </p:stCondLst>
                                        </p:cTn>
                                        <p:tgtEl>
                                          <p:spTgt spid="4">
                                            <p:graphicEl>
                                              <a:dgm id="{08F877F0-97CC-451C-825F-B315BEF08465}"/>
                                            </p:graphicEl>
                                          </p:spTgt>
                                        </p:tgtEl>
                                        <p:attrNameLst>
                                          <p:attrName>style.visibility</p:attrName>
                                        </p:attrNameLst>
                                      </p:cBhvr>
                                      <p:to>
                                        <p:strVal val="visible"/>
                                      </p:to>
                                    </p:set>
                                    <p:animEffect transition="in" filter="wheel(1)">
                                      <p:cBhvr>
                                        <p:cTn id="41" dur="2000"/>
                                        <p:tgtEl>
                                          <p:spTgt spid="4">
                                            <p:graphicEl>
                                              <a:dgm id="{08F877F0-97CC-451C-825F-B315BEF08465}"/>
                                            </p:graphicEl>
                                          </p:spTgt>
                                        </p:tgtEl>
                                      </p:cBhvr>
                                    </p:animEffect>
                                  </p:childTnLst>
                                </p:cTn>
                              </p:par>
                              <p:par>
                                <p:cTn id="42" presetID="21" presetClass="entr" presetSubtype="1" fill="hold" grpId="0" nodeType="withEffect">
                                  <p:stCondLst>
                                    <p:cond delay="0"/>
                                  </p:stCondLst>
                                  <p:childTnLst>
                                    <p:set>
                                      <p:cBhvr>
                                        <p:cTn id="43" dur="1" fill="hold">
                                          <p:stCondLst>
                                            <p:cond delay="0"/>
                                          </p:stCondLst>
                                        </p:cTn>
                                        <p:tgtEl>
                                          <p:spTgt spid="4">
                                            <p:graphicEl>
                                              <a:dgm id="{9A09FA84-B5A8-4B9F-867D-A5852FED1751}"/>
                                            </p:graphicEl>
                                          </p:spTgt>
                                        </p:tgtEl>
                                        <p:attrNameLst>
                                          <p:attrName>style.visibility</p:attrName>
                                        </p:attrNameLst>
                                      </p:cBhvr>
                                      <p:to>
                                        <p:strVal val="visible"/>
                                      </p:to>
                                    </p:set>
                                    <p:animEffect transition="in" filter="wheel(1)">
                                      <p:cBhvr>
                                        <p:cTn id="44" dur="2000"/>
                                        <p:tgtEl>
                                          <p:spTgt spid="4">
                                            <p:graphicEl>
                                              <a:dgm id="{9A09FA84-B5A8-4B9F-867D-A5852FED1751}"/>
                                            </p:graphicEl>
                                          </p:spTgt>
                                        </p:tgtEl>
                                      </p:cBhvr>
                                    </p:animEffect>
                                  </p:childTnLst>
                                </p:cTn>
                              </p:par>
                              <p:par>
                                <p:cTn id="45" presetID="21" presetClass="entr" presetSubtype="1" fill="hold" grpId="0" nodeType="withEffect">
                                  <p:stCondLst>
                                    <p:cond delay="0"/>
                                  </p:stCondLst>
                                  <p:childTnLst>
                                    <p:set>
                                      <p:cBhvr>
                                        <p:cTn id="46" dur="1" fill="hold">
                                          <p:stCondLst>
                                            <p:cond delay="0"/>
                                          </p:stCondLst>
                                        </p:cTn>
                                        <p:tgtEl>
                                          <p:spTgt spid="4">
                                            <p:graphicEl>
                                              <a:dgm id="{C1F266DB-A9B4-4C08-A491-56E58C2B9E81}"/>
                                            </p:graphicEl>
                                          </p:spTgt>
                                        </p:tgtEl>
                                        <p:attrNameLst>
                                          <p:attrName>style.visibility</p:attrName>
                                        </p:attrNameLst>
                                      </p:cBhvr>
                                      <p:to>
                                        <p:strVal val="visible"/>
                                      </p:to>
                                    </p:set>
                                    <p:animEffect transition="in" filter="wheel(1)">
                                      <p:cBhvr>
                                        <p:cTn id="47" dur="2000"/>
                                        <p:tgtEl>
                                          <p:spTgt spid="4">
                                            <p:graphicEl>
                                              <a:dgm id="{C1F266DB-A9B4-4C08-A491-56E58C2B9E81}"/>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LE CHOIX DU TYPE D’ÉCRIT</a:t>
            </a:r>
            <a:endParaRPr lang="fr-FR" dirty="0"/>
          </a:p>
        </p:txBody>
      </p:sp>
      <p:graphicFrame>
        <p:nvGraphicFramePr>
          <p:cNvPr id="4" name="Espace réservé du contenu 3"/>
          <p:cNvGraphicFramePr>
            <a:graphicFrameLocks noGrp="1"/>
          </p:cNvGraphicFramePr>
          <p:nvPr>
            <p:ph idx="1"/>
            <p:extLst>
              <p:ext uri="{D42A27DB-BD31-4B8C-83A1-F6EECF244321}">
                <p14:modId xmlns:p14="http://schemas.microsoft.com/office/powerpoint/2010/main" val="1178095451"/>
              </p:ext>
            </p:extLst>
          </p:nvPr>
        </p:nvGraphicFramePr>
        <p:xfrm>
          <a:off x="1155700" y="2603500"/>
          <a:ext cx="8761413" cy="34163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6600649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graphicEl>
                                              <a:dgm id="{CC0939ED-E87B-4066-A6C2-A8A42E5CEA04}"/>
                                            </p:graphicEl>
                                          </p:spTgt>
                                        </p:tgtEl>
                                        <p:attrNameLst>
                                          <p:attrName>style.visibility</p:attrName>
                                        </p:attrNameLst>
                                      </p:cBhvr>
                                      <p:to>
                                        <p:strVal val="visible"/>
                                      </p:to>
                                    </p:set>
                                    <p:anim calcmode="lin" valueType="num">
                                      <p:cBhvr additive="base">
                                        <p:cTn id="7" dur="500" fill="hold"/>
                                        <p:tgtEl>
                                          <p:spTgt spid="4">
                                            <p:graphicEl>
                                              <a:dgm id="{CC0939ED-E87B-4066-A6C2-A8A42E5CEA04}"/>
                                            </p:graphic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
                                            <p:graphicEl>
                                              <a:dgm id="{CC0939ED-E87B-4066-A6C2-A8A42E5CEA04}"/>
                                            </p:graphic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
                                            <p:graphicEl>
                                              <a:dgm id="{B61A18C1-5BBF-4DF2-8AF1-66AE70753387}"/>
                                            </p:graphicEl>
                                          </p:spTgt>
                                        </p:tgtEl>
                                        <p:attrNameLst>
                                          <p:attrName>style.visibility</p:attrName>
                                        </p:attrNameLst>
                                      </p:cBhvr>
                                      <p:to>
                                        <p:strVal val="visible"/>
                                      </p:to>
                                    </p:set>
                                    <p:anim calcmode="lin" valueType="num">
                                      <p:cBhvr additive="base">
                                        <p:cTn id="13" dur="500" fill="hold"/>
                                        <p:tgtEl>
                                          <p:spTgt spid="4">
                                            <p:graphicEl>
                                              <a:dgm id="{B61A18C1-5BBF-4DF2-8AF1-66AE70753387}"/>
                                            </p:graphic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
                                            <p:graphicEl>
                                              <a:dgm id="{B61A18C1-5BBF-4DF2-8AF1-66AE70753387}"/>
                                            </p:graphic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
                                            <p:graphicEl>
                                              <a:dgm id="{730C4190-8F55-4E23-90FA-42EC84DD5999}"/>
                                            </p:graphicEl>
                                          </p:spTgt>
                                        </p:tgtEl>
                                        <p:attrNameLst>
                                          <p:attrName>style.visibility</p:attrName>
                                        </p:attrNameLst>
                                      </p:cBhvr>
                                      <p:to>
                                        <p:strVal val="visible"/>
                                      </p:to>
                                    </p:set>
                                    <p:anim calcmode="lin" valueType="num">
                                      <p:cBhvr additive="base">
                                        <p:cTn id="19" dur="500" fill="hold"/>
                                        <p:tgtEl>
                                          <p:spTgt spid="4">
                                            <p:graphicEl>
                                              <a:dgm id="{730C4190-8F55-4E23-90FA-42EC84DD5999}"/>
                                            </p:graphic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4">
                                            <p:graphicEl>
                                              <a:dgm id="{730C4190-8F55-4E23-90FA-42EC84DD5999}"/>
                                            </p:graphic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4">
                                            <p:graphicEl>
                                              <a:dgm id="{F49F862E-D9F0-4515-9966-13B11873970D}"/>
                                            </p:graphicEl>
                                          </p:spTgt>
                                        </p:tgtEl>
                                        <p:attrNameLst>
                                          <p:attrName>style.visibility</p:attrName>
                                        </p:attrNameLst>
                                      </p:cBhvr>
                                      <p:to>
                                        <p:strVal val="visible"/>
                                      </p:to>
                                    </p:set>
                                    <p:anim calcmode="lin" valueType="num">
                                      <p:cBhvr additive="base">
                                        <p:cTn id="25" dur="500" fill="hold"/>
                                        <p:tgtEl>
                                          <p:spTgt spid="4">
                                            <p:graphicEl>
                                              <a:dgm id="{F49F862E-D9F0-4515-9966-13B11873970D}"/>
                                            </p:graphic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4">
                                            <p:graphicEl>
                                              <a:dgm id="{F49F862E-D9F0-4515-9966-13B11873970D}"/>
                                            </p:graphic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4">
                                            <p:graphicEl>
                                              <a:dgm id="{A2B647E7-843F-4846-9FF7-7A8E8E7F7FC9}"/>
                                            </p:graphicEl>
                                          </p:spTgt>
                                        </p:tgtEl>
                                        <p:attrNameLst>
                                          <p:attrName>style.visibility</p:attrName>
                                        </p:attrNameLst>
                                      </p:cBhvr>
                                      <p:to>
                                        <p:strVal val="visible"/>
                                      </p:to>
                                    </p:set>
                                    <p:anim calcmode="lin" valueType="num">
                                      <p:cBhvr additive="base">
                                        <p:cTn id="31" dur="500" fill="hold"/>
                                        <p:tgtEl>
                                          <p:spTgt spid="4">
                                            <p:graphicEl>
                                              <a:dgm id="{A2B647E7-843F-4846-9FF7-7A8E8E7F7FC9}"/>
                                            </p:graphic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4">
                                            <p:graphicEl>
                                              <a:dgm id="{A2B647E7-843F-4846-9FF7-7A8E8E7F7FC9}"/>
                                            </p:graphic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COURRIER EXTERNE</a:t>
            </a:r>
            <a:endParaRPr lang="fr-FR" dirty="0"/>
          </a:p>
        </p:txBody>
      </p:sp>
      <p:graphicFrame>
        <p:nvGraphicFramePr>
          <p:cNvPr id="4" name="Espace réservé du contenu 3"/>
          <p:cNvGraphicFramePr>
            <a:graphicFrameLocks noGrp="1"/>
          </p:cNvGraphicFramePr>
          <p:nvPr>
            <p:ph idx="1"/>
            <p:extLst>
              <p:ext uri="{D42A27DB-BD31-4B8C-83A1-F6EECF244321}">
                <p14:modId xmlns:p14="http://schemas.microsoft.com/office/powerpoint/2010/main" val="1907592214"/>
              </p:ext>
            </p:extLst>
          </p:nvPr>
        </p:nvGraphicFramePr>
        <p:xfrm>
          <a:off x="1155700" y="2603500"/>
          <a:ext cx="8761413" cy="34163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2622569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4">
                                            <p:graphicEl>
                                              <a:dgm id="{11E9FBF8-4034-422C-84D8-CFD77A517AA7}"/>
                                            </p:graphicEl>
                                          </p:spTgt>
                                        </p:tgtEl>
                                        <p:attrNameLst>
                                          <p:attrName>style.visibility</p:attrName>
                                        </p:attrNameLst>
                                      </p:cBhvr>
                                      <p:to>
                                        <p:strVal val="visible"/>
                                      </p:to>
                                    </p:set>
                                    <p:animEffect transition="in" filter="wheel(1)">
                                      <p:cBhvr>
                                        <p:cTn id="7" dur="2000"/>
                                        <p:tgtEl>
                                          <p:spTgt spid="4">
                                            <p:graphicEl>
                                              <a:dgm id="{11E9FBF8-4034-422C-84D8-CFD77A517AA7}"/>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4">
                                            <p:graphicEl>
                                              <a:dgm id="{6137E854-FA45-496F-B464-9DEA6CA580CC}"/>
                                            </p:graphicEl>
                                          </p:spTgt>
                                        </p:tgtEl>
                                        <p:attrNameLst>
                                          <p:attrName>style.visibility</p:attrName>
                                        </p:attrNameLst>
                                      </p:cBhvr>
                                      <p:to>
                                        <p:strVal val="visible"/>
                                      </p:to>
                                    </p:set>
                                    <p:animEffect transition="in" filter="wheel(1)">
                                      <p:cBhvr>
                                        <p:cTn id="12" dur="2000"/>
                                        <p:tgtEl>
                                          <p:spTgt spid="4">
                                            <p:graphicEl>
                                              <a:dgm id="{6137E854-FA45-496F-B464-9DEA6CA580CC}"/>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grpId="0" nodeType="clickEffect">
                                  <p:stCondLst>
                                    <p:cond delay="0"/>
                                  </p:stCondLst>
                                  <p:childTnLst>
                                    <p:set>
                                      <p:cBhvr>
                                        <p:cTn id="16" dur="1" fill="hold">
                                          <p:stCondLst>
                                            <p:cond delay="0"/>
                                          </p:stCondLst>
                                        </p:cTn>
                                        <p:tgtEl>
                                          <p:spTgt spid="4">
                                            <p:graphicEl>
                                              <a:dgm id="{81A822F8-CCC9-4E15-A7BF-E739F01B1A53}"/>
                                            </p:graphicEl>
                                          </p:spTgt>
                                        </p:tgtEl>
                                        <p:attrNameLst>
                                          <p:attrName>style.visibility</p:attrName>
                                        </p:attrNameLst>
                                      </p:cBhvr>
                                      <p:to>
                                        <p:strVal val="visible"/>
                                      </p:to>
                                    </p:set>
                                    <p:animEffect transition="in" filter="wheel(1)">
                                      <p:cBhvr>
                                        <p:cTn id="17" dur="2000"/>
                                        <p:tgtEl>
                                          <p:spTgt spid="4">
                                            <p:graphicEl>
                                              <a:dgm id="{81A822F8-CCC9-4E15-A7BF-E739F01B1A53}"/>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z="4000" dirty="0" smtClean="0"/>
              <a:t>La lettre</a:t>
            </a:r>
            <a:endParaRPr lang="fr-FR" sz="4000" dirty="0"/>
          </a:p>
        </p:txBody>
      </p:sp>
      <p:sp>
        <p:nvSpPr>
          <p:cNvPr id="3" name="Espace réservé du contenu 2"/>
          <p:cNvSpPr>
            <a:spLocks noGrp="1"/>
          </p:cNvSpPr>
          <p:nvPr>
            <p:ph idx="1"/>
          </p:nvPr>
        </p:nvSpPr>
        <p:spPr/>
        <p:txBody>
          <a:bodyPr/>
          <a:lstStyle/>
          <a:p>
            <a:endParaRPr lang="fr-FR" dirty="0"/>
          </a:p>
        </p:txBody>
      </p:sp>
      <p:sp>
        <p:nvSpPr>
          <p:cNvPr id="4" name="Espace réservé du texte 3"/>
          <p:cNvSpPr>
            <a:spLocks noGrp="1"/>
          </p:cNvSpPr>
          <p:nvPr>
            <p:ph type="body" sz="half" idx="2"/>
          </p:nvPr>
        </p:nvSpPr>
        <p:spPr/>
        <p:txBody>
          <a:bodyPr/>
          <a:lstStyle/>
          <a:p>
            <a:endParaRPr lang="fr-FR" dirty="0"/>
          </a:p>
        </p:txBody>
      </p:sp>
      <p:pic>
        <p:nvPicPr>
          <p:cNvPr id="5" name="Picture 8"/>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a:xfrm rot="1121657">
            <a:off x="1498026" y="3018235"/>
            <a:ext cx="2041758" cy="2884008"/>
          </a:xfrm>
          <a:prstGeom prst="rect">
            <a:avLst/>
          </a:prstGeom>
          <a:noFill/>
          <a:ln>
            <a:solidFill>
              <a:schemeClr val="tx1"/>
            </a:solidFill>
          </a:ln>
          <a:effectLst>
            <a:innerShdw blurRad="63500" dist="50800" dir="2700000">
              <a:prstClr val="black">
                <a:alpha val="50000"/>
              </a:prstClr>
            </a:innerShdw>
          </a:effectLst>
          <a:scene3d>
            <a:camera prst="perspectiveHeroicExtremeLeftFacing"/>
            <a:lightRig rig="threePt" dir="t"/>
          </a:scene3d>
        </p:spPr>
      </p:pic>
      <p:pic>
        <p:nvPicPr>
          <p:cNvPr id="6" name="Image 5"/>
          <p:cNvPicPr>
            <a:picLocks noChangeAspect="1"/>
          </p:cNvPicPr>
          <p:nvPr/>
        </p:nvPicPr>
        <p:blipFill rotWithShape="1">
          <a:blip r:embed="rId3">
            <a:extLst>
              <a:ext uri="{28A0092B-C50C-407E-A947-70E740481C1C}">
                <a14:useLocalDpi xmlns:a14="http://schemas.microsoft.com/office/drawing/2010/main" val="0"/>
              </a:ext>
            </a:extLst>
          </a:blip>
          <a:srcRect l="64700" t="29000" r="1700" b="39500"/>
          <a:stretch/>
        </p:blipFill>
        <p:spPr>
          <a:xfrm>
            <a:off x="8370588" y="2539109"/>
            <a:ext cx="3312368" cy="3105345"/>
          </a:xfrm>
          <a:prstGeom prst="rect">
            <a:avLst/>
          </a:prstGeom>
        </p:spPr>
      </p:pic>
    </p:spTree>
    <p:extLst>
      <p:ext uri="{BB962C8B-B14F-4D97-AF65-F5344CB8AC3E}">
        <p14:creationId xmlns:p14="http://schemas.microsoft.com/office/powerpoint/2010/main" val="197322214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5"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vertical)">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smtClean="0"/>
              <a:t>TYPOLOGIE DES LETTRES (PROS)</a:t>
            </a:r>
            <a:br>
              <a:rPr lang="fr-FR" dirty="0" smtClean="0"/>
            </a:br>
            <a:endParaRPr lang="fr-FR" dirty="0"/>
          </a:p>
        </p:txBody>
      </p:sp>
      <p:sp>
        <p:nvSpPr>
          <p:cNvPr id="3" name="Espace réservé du contenu 2"/>
          <p:cNvSpPr>
            <a:spLocks noGrp="1"/>
          </p:cNvSpPr>
          <p:nvPr>
            <p:ph idx="1"/>
          </p:nvPr>
        </p:nvSpPr>
        <p:spPr>
          <a:xfrm>
            <a:off x="562355" y="2365754"/>
            <a:ext cx="10753725" cy="4899545"/>
          </a:xfrm>
        </p:spPr>
        <p:txBody>
          <a:bodyPr>
            <a:normAutofit/>
          </a:bodyPr>
          <a:lstStyle/>
          <a:p>
            <a:r>
              <a:rPr lang="fr-FR" sz="2000" dirty="0"/>
              <a:t>Il existe différentes catégories de lettres professionnelles, adaptées à différentes situations « standard » de communication externe</a:t>
            </a:r>
            <a:r>
              <a:rPr lang="fr-FR" sz="2000" dirty="0" smtClean="0"/>
              <a:t>.</a:t>
            </a:r>
          </a:p>
          <a:p>
            <a:endParaRPr lang="fr-FR" sz="2000" dirty="0"/>
          </a:p>
          <a:p>
            <a:r>
              <a:rPr lang="fr-FR" sz="2000" dirty="0"/>
              <a:t>Nous retiendrons principalement trois grandes catégories de lettres </a:t>
            </a:r>
            <a:r>
              <a:rPr lang="fr-FR" sz="2000" dirty="0" smtClean="0"/>
              <a:t>:</a:t>
            </a:r>
          </a:p>
          <a:p>
            <a:endParaRPr lang="fr-FR" sz="2000" dirty="0"/>
          </a:p>
          <a:p>
            <a:pPr>
              <a:buFont typeface="Wingdings" panose="05000000000000000000" pitchFamily="2" charset="2"/>
              <a:buChar char="q"/>
            </a:pPr>
            <a:r>
              <a:rPr lang="fr-FR" sz="2000" dirty="0"/>
              <a:t>La lettre commerciale en B to C (Business to Consumer)</a:t>
            </a:r>
          </a:p>
          <a:p>
            <a:pPr>
              <a:buFont typeface="Wingdings" panose="05000000000000000000" pitchFamily="2" charset="2"/>
              <a:buChar char="q"/>
            </a:pPr>
            <a:endParaRPr lang="fr-FR" sz="2000" dirty="0"/>
          </a:p>
          <a:p>
            <a:pPr>
              <a:buFont typeface="Wingdings" panose="05000000000000000000" pitchFamily="2" charset="2"/>
              <a:buChar char="q"/>
            </a:pPr>
            <a:r>
              <a:rPr lang="fr-FR" sz="2000" dirty="0"/>
              <a:t>La lettre commerciale en B to B (Business to Business)</a:t>
            </a:r>
          </a:p>
          <a:p>
            <a:pPr>
              <a:buFont typeface="Wingdings" panose="05000000000000000000" pitchFamily="2" charset="2"/>
              <a:buChar char="q"/>
            </a:pPr>
            <a:endParaRPr lang="fr-FR" sz="2000" dirty="0"/>
          </a:p>
          <a:p>
            <a:pPr>
              <a:buFont typeface="Wingdings" panose="05000000000000000000" pitchFamily="2" charset="2"/>
              <a:buChar char="q"/>
            </a:pPr>
            <a:r>
              <a:rPr lang="fr-FR" sz="2000" dirty="0"/>
              <a:t>La lettre administrative</a:t>
            </a:r>
          </a:p>
          <a:p>
            <a:endParaRPr lang="fr-FR" sz="2000" dirty="0"/>
          </a:p>
          <a:p>
            <a:endParaRPr lang="fr-FR" sz="2000" dirty="0"/>
          </a:p>
        </p:txBody>
      </p:sp>
    </p:spTree>
    <p:extLst>
      <p:ext uri="{BB962C8B-B14F-4D97-AF65-F5344CB8AC3E}">
        <p14:creationId xmlns:p14="http://schemas.microsoft.com/office/powerpoint/2010/main" val="148164876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1000"/>
                                        <p:tgtEl>
                                          <p:spTgt spid="3">
                                            <p:txEl>
                                              <p:pRg st="4" end="4"/>
                                            </p:txEl>
                                          </p:spTgt>
                                        </p:tgtEl>
                                      </p:cBhvr>
                                    </p:animEffect>
                                    <p:anim calcmode="lin" valueType="num">
                                      <p:cBhvr>
                                        <p:cTn id="2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fade">
                                      <p:cBhvr>
                                        <p:cTn id="28" dur="1000"/>
                                        <p:tgtEl>
                                          <p:spTgt spid="3">
                                            <p:txEl>
                                              <p:pRg st="6" end="6"/>
                                            </p:txEl>
                                          </p:spTgt>
                                        </p:tgtEl>
                                      </p:cBhvr>
                                    </p:animEffect>
                                    <p:anim calcmode="lin" valueType="num">
                                      <p:cBhvr>
                                        <p:cTn id="29"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fade">
                                      <p:cBhvr>
                                        <p:cTn id="35" dur="1000"/>
                                        <p:tgtEl>
                                          <p:spTgt spid="3">
                                            <p:txEl>
                                              <p:pRg st="8" end="8"/>
                                            </p:txEl>
                                          </p:spTgt>
                                        </p:tgtEl>
                                      </p:cBhvr>
                                    </p:animEffect>
                                    <p:anim calcmode="lin" valueType="num">
                                      <p:cBhvr>
                                        <p:cTn id="36"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PRÉSENTATION NORMALISÉE</a:t>
            </a:r>
            <a:br>
              <a:rPr lang="fr-FR" dirty="0" smtClean="0"/>
            </a:br>
            <a:endParaRPr lang="fr-FR" dirty="0"/>
          </a:p>
        </p:txBody>
      </p:sp>
      <p:sp>
        <p:nvSpPr>
          <p:cNvPr id="3" name="Espace réservé du contenu 2"/>
          <p:cNvSpPr>
            <a:spLocks noGrp="1"/>
          </p:cNvSpPr>
          <p:nvPr>
            <p:ph sz="half" idx="1"/>
          </p:nvPr>
        </p:nvSpPr>
        <p:spPr/>
        <p:txBody>
          <a:bodyPr>
            <a:normAutofit/>
          </a:bodyPr>
          <a:lstStyle/>
          <a:p>
            <a:pPr algn="just"/>
            <a:r>
              <a:rPr lang="fr-FR" dirty="0"/>
              <a:t>Si la lettre professionnelle est régie par des </a:t>
            </a:r>
            <a:r>
              <a:rPr lang="fr-FR" b="1" dirty="0"/>
              <a:t>normes de présentation </a:t>
            </a:r>
            <a:r>
              <a:rPr lang="fr-FR" dirty="0"/>
              <a:t>(normes AFNOR), ces normes ne sont pas toujours respectées « à la lettre » </a:t>
            </a:r>
            <a:r>
              <a:rPr lang="fr-FR" dirty="0">
                <a:latin typeface="Wingdings" panose="05000000000000000000" pitchFamily="2" charset="2"/>
              </a:rPr>
              <a:t>J</a:t>
            </a:r>
            <a:r>
              <a:rPr lang="fr-FR" dirty="0"/>
              <a:t>, car les entreprises ne</a:t>
            </a:r>
          </a:p>
          <a:p>
            <a:pPr algn="just"/>
            <a:r>
              <a:rPr lang="fr-FR" dirty="0"/>
              <a:t>sont pas tenues de les suivre : dans chaque entreprise ou organisation, il y a aussi des </a:t>
            </a:r>
            <a:r>
              <a:rPr lang="fr-FR" b="1" dirty="0"/>
              <a:t>usages </a:t>
            </a:r>
            <a:r>
              <a:rPr lang="fr-FR" dirty="0"/>
              <a:t>dont il faut tenir compte, ainsi que de la volonté de se démarquer en travaillant son</a:t>
            </a:r>
          </a:p>
          <a:p>
            <a:pPr algn="just"/>
            <a:r>
              <a:rPr lang="fr-FR" b="1" dirty="0"/>
              <a:t>identité visuelle</a:t>
            </a:r>
            <a:r>
              <a:rPr lang="fr-FR" dirty="0"/>
              <a:t>.</a:t>
            </a:r>
          </a:p>
          <a:p>
            <a:endParaRPr lang="fr-FR" dirty="0"/>
          </a:p>
        </p:txBody>
      </p:sp>
      <p:grpSp>
        <p:nvGrpSpPr>
          <p:cNvPr id="5" name="Group 4"/>
          <p:cNvGrpSpPr>
            <a:grpSpLocks noChangeAspect="1"/>
          </p:cNvGrpSpPr>
          <p:nvPr/>
        </p:nvGrpSpPr>
        <p:grpSpPr bwMode="auto">
          <a:xfrm>
            <a:off x="6011330" y="1806935"/>
            <a:ext cx="5487988" cy="4760913"/>
            <a:chOff x="2472" y="1706"/>
            <a:chExt cx="3457" cy="2999"/>
          </a:xfrm>
        </p:grpSpPr>
        <p:sp>
          <p:nvSpPr>
            <p:cNvPr id="6" name="AutoShape 3"/>
            <p:cNvSpPr>
              <a:spLocks noChangeAspect="1" noChangeArrowheads="1" noTextEdit="1"/>
            </p:cNvSpPr>
            <p:nvPr/>
          </p:nvSpPr>
          <p:spPr bwMode="auto">
            <a:xfrm>
              <a:off x="2472" y="1706"/>
              <a:ext cx="3099" cy="26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pic>
          <p:nvPicPr>
            <p:cNvPr id="7"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23" y="2084"/>
              <a:ext cx="3106" cy="2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244135930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PRÉSENTATION NORMALISÉE</a:t>
            </a:r>
            <a:br>
              <a:rPr lang="fr-FR" dirty="0" smtClean="0"/>
            </a:br>
            <a:endParaRPr lang="fr-FR" dirty="0"/>
          </a:p>
        </p:txBody>
      </p:sp>
      <p:pic>
        <p:nvPicPr>
          <p:cNvPr id="8"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7476563" y="2268537"/>
            <a:ext cx="3785908" cy="4086225"/>
          </a:xfrm>
          <a:prstGeom prst="rect">
            <a:avLst/>
          </a:prstGeom>
          <a:noFill/>
        </p:spPr>
      </p:pic>
      <p:graphicFrame>
        <p:nvGraphicFramePr>
          <p:cNvPr id="10" name="Tableau 9"/>
          <p:cNvGraphicFramePr>
            <a:graphicFrameLocks noGrp="1"/>
          </p:cNvGraphicFramePr>
          <p:nvPr>
            <p:extLst>
              <p:ext uri="{D42A27DB-BD31-4B8C-83A1-F6EECF244321}">
                <p14:modId xmlns:p14="http://schemas.microsoft.com/office/powerpoint/2010/main" val="904757714"/>
              </p:ext>
            </p:extLst>
          </p:nvPr>
        </p:nvGraphicFramePr>
        <p:xfrm>
          <a:off x="1050702" y="2833525"/>
          <a:ext cx="5072062" cy="2984823"/>
        </p:xfrm>
        <a:graphic>
          <a:graphicData uri="http://schemas.openxmlformats.org/drawingml/2006/table">
            <a:tbl>
              <a:tblPr/>
              <a:tblGrid>
                <a:gridCol w="1357312"/>
                <a:gridCol w="3714750"/>
              </a:tblGrid>
              <a:tr h="531813">
                <a:tc>
                  <a:txBody>
                    <a:bodyPr/>
                    <a:lstStyle>
                      <a:lvl1pPr>
                        <a:spcBef>
                          <a:spcPct val="20000"/>
                        </a:spcBef>
                        <a:buClr>
                          <a:schemeClr val="hlink"/>
                        </a:buClr>
                        <a:buFont typeface="Wingdings" panose="05000000000000000000" pitchFamily="2" charset="2"/>
                        <a:defRPr sz="2400" b="1">
                          <a:solidFill>
                            <a:schemeClr val="hlink"/>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defRPr sz="2000">
                          <a:solidFill>
                            <a:schemeClr val="tx2"/>
                          </a:solidFill>
                          <a:latin typeface="Verdana" panose="020B0604030504040204" pitchFamily="34" charset="0"/>
                        </a:defRPr>
                      </a:lvl2pPr>
                      <a:lvl3pPr marL="1143000" indent="-228600">
                        <a:spcBef>
                          <a:spcPct val="20000"/>
                        </a:spcBef>
                        <a:buClr>
                          <a:schemeClr val="folHlink"/>
                        </a:buClr>
                        <a:buSzPct val="60000"/>
                        <a:buFont typeface="Wingdings" panose="05000000000000000000" pitchFamily="2" charset="2"/>
                        <a:defRPr sz="20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defRPr>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defRPr>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200" b="1" i="0" u="none" strike="noStrike" cap="none" normalizeH="0" baseline="0" smtClean="0">
                          <a:ln>
                            <a:noFill/>
                          </a:ln>
                          <a:solidFill>
                            <a:srgbClr val="002060"/>
                          </a:solidFill>
                          <a:effectLst/>
                          <a:latin typeface="Verdana" panose="020B0604030504040204" pitchFamily="34" charset="0"/>
                        </a:rPr>
                        <a:t>En-tête</a:t>
                      </a:r>
                    </a:p>
                  </a:txBody>
                  <a:tcPr marL="91439" marR="91439"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EFEFE"/>
                    </a:solidFill>
                  </a:tcPr>
                </a:tc>
                <a:tc>
                  <a:txBody>
                    <a:bodyPr/>
                    <a:lstStyle>
                      <a:lvl1pPr>
                        <a:spcBef>
                          <a:spcPct val="20000"/>
                        </a:spcBef>
                        <a:buClr>
                          <a:schemeClr val="hlink"/>
                        </a:buClr>
                        <a:buFont typeface="Wingdings" panose="05000000000000000000" pitchFamily="2" charset="2"/>
                        <a:defRPr sz="2400" b="1">
                          <a:solidFill>
                            <a:schemeClr val="hlink"/>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defRPr sz="2000">
                          <a:solidFill>
                            <a:schemeClr val="tx2"/>
                          </a:solidFill>
                          <a:latin typeface="Verdana" panose="020B0604030504040204" pitchFamily="34" charset="0"/>
                        </a:defRPr>
                      </a:lvl2pPr>
                      <a:lvl3pPr marL="1143000" indent="-228600">
                        <a:spcBef>
                          <a:spcPct val="20000"/>
                        </a:spcBef>
                        <a:buClr>
                          <a:schemeClr val="folHlink"/>
                        </a:buClr>
                        <a:buSzPct val="60000"/>
                        <a:buFont typeface="Wingdings" panose="05000000000000000000" pitchFamily="2" charset="2"/>
                        <a:defRPr sz="20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defRPr>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defRPr>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smtClean="0">
                          <a:ln>
                            <a:noFill/>
                          </a:ln>
                          <a:solidFill>
                            <a:srgbClr val="002060"/>
                          </a:solidFill>
                          <a:effectLst/>
                          <a:latin typeface="Verdana" panose="020B0604030504040204" pitchFamily="34" charset="0"/>
                        </a:rPr>
                        <a:t>Papier à en-tête, destinataire, ville de départ et date, objet, éventuellement références </a:t>
                      </a:r>
                    </a:p>
                  </a:txBody>
                  <a:tcPr marL="91439" marR="91439"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EFEFE"/>
                    </a:solidFill>
                  </a:tcPr>
                </a:tc>
              </a:tr>
              <a:tr h="677863">
                <a:tc>
                  <a:txBody>
                    <a:bodyPr/>
                    <a:lstStyle>
                      <a:lvl1pPr>
                        <a:spcBef>
                          <a:spcPct val="20000"/>
                        </a:spcBef>
                        <a:buClr>
                          <a:schemeClr val="hlink"/>
                        </a:buClr>
                        <a:buFont typeface="Wingdings" panose="05000000000000000000" pitchFamily="2" charset="2"/>
                        <a:defRPr sz="2400" b="1">
                          <a:solidFill>
                            <a:schemeClr val="hlink"/>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defRPr sz="2000">
                          <a:solidFill>
                            <a:schemeClr val="tx2"/>
                          </a:solidFill>
                          <a:latin typeface="Verdana" panose="020B0604030504040204" pitchFamily="34" charset="0"/>
                        </a:defRPr>
                      </a:lvl2pPr>
                      <a:lvl3pPr marL="1143000" indent="-228600">
                        <a:spcBef>
                          <a:spcPct val="20000"/>
                        </a:spcBef>
                        <a:buClr>
                          <a:schemeClr val="folHlink"/>
                        </a:buClr>
                        <a:buSzPct val="60000"/>
                        <a:buFont typeface="Wingdings" panose="05000000000000000000" pitchFamily="2" charset="2"/>
                        <a:defRPr sz="20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defRPr>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defRPr>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200" b="1" i="0" u="none" strike="noStrike" cap="none" normalizeH="0" baseline="0" smtClean="0">
                          <a:ln>
                            <a:noFill/>
                          </a:ln>
                          <a:solidFill>
                            <a:srgbClr val="002060"/>
                          </a:solidFill>
                          <a:effectLst/>
                          <a:latin typeface="Verdana" panose="020B0604030504040204" pitchFamily="34" charset="0"/>
                        </a:rPr>
                        <a:t>Contenu</a:t>
                      </a:r>
                    </a:p>
                  </a:txBody>
                  <a:tcPr marL="91439" marR="91439"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EFEFE"/>
                    </a:solidFill>
                  </a:tcPr>
                </a:tc>
                <a:tc>
                  <a:txBody>
                    <a:bodyPr/>
                    <a:lstStyle>
                      <a:lvl1pPr>
                        <a:spcBef>
                          <a:spcPct val="20000"/>
                        </a:spcBef>
                        <a:buClr>
                          <a:schemeClr val="hlink"/>
                        </a:buClr>
                        <a:buFont typeface="Wingdings" panose="05000000000000000000" pitchFamily="2" charset="2"/>
                        <a:defRPr sz="2400" b="1">
                          <a:solidFill>
                            <a:schemeClr val="hlink"/>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defRPr sz="2000">
                          <a:solidFill>
                            <a:schemeClr val="tx2"/>
                          </a:solidFill>
                          <a:latin typeface="Verdana" panose="020B0604030504040204" pitchFamily="34" charset="0"/>
                        </a:defRPr>
                      </a:lvl2pPr>
                      <a:lvl3pPr marL="1143000" indent="-228600">
                        <a:spcBef>
                          <a:spcPct val="20000"/>
                        </a:spcBef>
                        <a:buClr>
                          <a:schemeClr val="folHlink"/>
                        </a:buClr>
                        <a:buSzPct val="60000"/>
                        <a:buFont typeface="Wingdings" panose="05000000000000000000" pitchFamily="2" charset="2"/>
                        <a:defRPr sz="20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defRPr>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defRPr>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smtClean="0">
                          <a:ln>
                            <a:noFill/>
                          </a:ln>
                          <a:solidFill>
                            <a:srgbClr val="000066"/>
                          </a:solidFill>
                          <a:effectLst/>
                          <a:latin typeface="Verdana" panose="020B0604030504040204" pitchFamily="34" charset="0"/>
                        </a:rPr>
                        <a:t>Plan, organisation des idées dans un ordre logique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smtClean="0">
                          <a:ln>
                            <a:noFill/>
                          </a:ln>
                          <a:solidFill>
                            <a:srgbClr val="000066"/>
                          </a:solidFill>
                          <a:effectLst/>
                          <a:latin typeface="Verdana" panose="020B0604030504040204" pitchFamily="34" charset="0"/>
                        </a:rPr>
                        <a:t>Utilisation de mots de liaison</a:t>
                      </a:r>
                    </a:p>
                  </a:txBody>
                  <a:tcPr marL="91439" marR="91439"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EFEFE"/>
                    </a:solidFill>
                  </a:tcPr>
                </a:tc>
              </a:tr>
              <a:tr h="311150">
                <a:tc>
                  <a:txBody>
                    <a:bodyPr/>
                    <a:lstStyle>
                      <a:lvl1pPr>
                        <a:spcBef>
                          <a:spcPct val="20000"/>
                        </a:spcBef>
                        <a:buClr>
                          <a:schemeClr val="hlink"/>
                        </a:buClr>
                        <a:buFont typeface="Wingdings" panose="05000000000000000000" pitchFamily="2" charset="2"/>
                        <a:defRPr sz="2400" b="1">
                          <a:solidFill>
                            <a:schemeClr val="hlink"/>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defRPr sz="2000">
                          <a:solidFill>
                            <a:schemeClr val="tx2"/>
                          </a:solidFill>
                          <a:latin typeface="Verdana" panose="020B0604030504040204" pitchFamily="34" charset="0"/>
                        </a:defRPr>
                      </a:lvl2pPr>
                      <a:lvl3pPr marL="1143000" indent="-228600">
                        <a:spcBef>
                          <a:spcPct val="20000"/>
                        </a:spcBef>
                        <a:buClr>
                          <a:schemeClr val="folHlink"/>
                        </a:buClr>
                        <a:buSzPct val="60000"/>
                        <a:buFont typeface="Wingdings" panose="05000000000000000000" pitchFamily="2" charset="2"/>
                        <a:defRPr sz="20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defRPr>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defRPr>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200" b="1" i="0" u="none" strike="noStrike" cap="none" normalizeH="0" baseline="0" smtClean="0">
                          <a:ln>
                            <a:noFill/>
                          </a:ln>
                          <a:solidFill>
                            <a:srgbClr val="002060"/>
                          </a:solidFill>
                          <a:effectLst/>
                          <a:latin typeface="Verdana" panose="020B0604030504040204" pitchFamily="34" charset="0"/>
                        </a:rPr>
                        <a:t>Signataire</a:t>
                      </a:r>
                    </a:p>
                  </a:txBody>
                  <a:tcPr marL="91439" marR="91439"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EFEFE"/>
                    </a:solidFill>
                  </a:tcPr>
                </a:tc>
                <a:tc>
                  <a:txBody>
                    <a:bodyPr/>
                    <a:lstStyle>
                      <a:lvl1pPr>
                        <a:spcBef>
                          <a:spcPct val="20000"/>
                        </a:spcBef>
                        <a:buClr>
                          <a:schemeClr val="hlink"/>
                        </a:buClr>
                        <a:buFont typeface="Wingdings" panose="05000000000000000000" pitchFamily="2" charset="2"/>
                        <a:defRPr sz="2400" b="1">
                          <a:solidFill>
                            <a:schemeClr val="hlink"/>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defRPr sz="2000">
                          <a:solidFill>
                            <a:schemeClr val="tx2"/>
                          </a:solidFill>
                          <a:latin typeface="Verdana" panose="020B0604030504040204" pitchFamily="34" charset="0"/>
                        </a:defRPr>
                      </a:lvl2pPr>
                      <a:lvl3pPr marL="1143000" indent="-228600">
                        <a:spcBef>
                          <a:spcPct val="20000"/>
                        </a:spcBef>
                        <a:buClr>
                          <a:schemeClr val="folHlink"/>
                        </a:buClr>
                        <a:buSzPct val="60000"/>
                        <a:buFont typeface="Wingdings" panose="05000000000000000000" pitchFamily="2" charset="2"/>
                        <a:defRPr sz="20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defRPr>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defRPr>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smtClean="0">
                          <a:ln>
                            <a:noFill/>
                          </a:ln>
                          <a:solidFill>
                            <a:srgbClr val="002060"/>
                          </a:solidFill>
                          <a:effectLst/>
                          <a:latin typeface="Verdana" panose="020B0604030504040204" pitchFamily="34" charset="0"/>
                        </a:rPr>
                        <a:t>Prénom Nom et fonction</a:t>
                      </a:r>
                    </a:p>
                  </a:txBody>
                  <a:tcPr marL="91439" marR="91439"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EFEFE"/>
                    </a:solidFill>
                  </a:tcPr>
                </a:tc>
              </a:tr>
              <a:tr h="639763">
                <a:tc>
                  <a:txBody>
                    <a:bodyPr/>
                    <a:lstStyle>
                      <a:lvl1pPr>
                        <a:spcBef>
                          <a:spcPct val="20000"/>
                        </a:spcBef>
                        <a:buClr>
                          <a:schemeClr val="hlink"/>
                        </a:buClr>
                        <a:buFont typeface="Wingdings" panose="05000000000000000000" pitchFamily="2" charset="2"/>
                        <a:defRPr sz="2400" b="1">
                          <a:solidFill>
                            <a:schemeClr val="hlink"/>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defRPr sz="2000">
                          <a:solidFill>
                            <a:schemeClr val="tx2"/>
                          </a:solidFill>
                          <a:latin typeface="Verdana" panose="020B0604030504040204" pitchFamily="34" charset="0"/>
                        </a:defRPr>
                      </a:lvl2pPr>
                      <a:lvl3pPr marL="1143000" indent="-228600">
                        <a:spcBef>
                          <a:spcPct val="20000"/>
                        </a:spcBef>
                        <a:buClr>
                          <a:schemeClr val="folHlink"/>
                        </a:buClr>
                        <a:buSzPct val="60000"/>
                        <a:buFont typeface="Wingdings" panose="05000000000000000000" pitchFamily="2" charset="2"/>
                        <a:defRPr sz="20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defRPr>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defRPr>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200" b="1" i="0" u="none" strike="noStrike" cap="none" normalizeH="0" baseline="0" smtClean="0">
                          <a:ln>
                            <a:noFill/>
                          </a:ln>
                          <a:solidFill>
                            <a:srgbClr val="002060"/>
                          </a:solidFill>
                          <a:effectLst/>
                          <a:latin typeface="Verdana" panose="020B0604030504040204" pitchFamily="34" charset="0"/>
                        </a:rPr>
                        <a:t>Style</a:t>
                      </a:r>
                    </a:p>
                  </a:txBody>
                  <a:tcPr marL="91439" marR="91439"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EFEFE"/>
                    </a:solidFill>
                  </a:tcPr>
                </a:tc>
                <a:tc>
                  <a:txBody>
                    <a:bodyPr/>
                    <a:lstStyle>
                      <a:lvl1pPr>
                        <a:spcBef>
                          <a:spcPct val="20000"/>
                        </a:spcBef>
                        <a:buClr>
                          <a:schemeClr val="hlink"/>
                        </a:buClr>
                        <a:buFont typeface="Wingdings" panose="05000000000000000000" pitchFamily="2" charset="2"/>
                        <a:defRPr sz="2400" b="1">
                          <a:solidFill>
                            <a:schemeClr val="hlink"/>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defRPr sz="2000">
                          <a:solidFill>
                            <a:schemeClr val="tx2"/>
                          </a:solidFill>
                          <a:latin typeface="Verdana" panose="020B0604030504040204" pitchFamily="34" charset="0"/>
                        </a:defRPr>
                      </a:lvl2pPr>
                      <a:lvl3pPr marL="1143000" indent="-228600">
                        <a:spcBef>
                          <a:spcPct val="20000"/>
                        </a:spcBef>
                        <a:buClr>
                          <a:schemeClr val="folHlink"/>
                        </a:buClr>
                        <a:buSzPct val="60000"/>
                        <a:buFont typeface="Wingdings" panose="05000000000000000000" pitchFamily="2" charset="2"/>
                        <a:defRPr sz="20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defRPr>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defRPr>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smtClean="0">
                          <a:ln>
                            <a:noFill/>
                          </a:ln>
                          <a:solidFill>
                            <a:srgbClr val="000066"/>
                          </a:solidFill>
                          <a:effectLst/>
                          <a:latin typeface="Verdana" panose="020B0604030504040204" pitchFamily="34" charset="0"/>
                        </a:rPr>
                        <a:t>Rédaction soignée, précise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smtClean="0">
                          <a:ln>
                            <a:noFill/>
                          </a:ln>
                          <a:solidFill>
                            <a:srgbClr val="000066"/>
                          </a:solidFill>
                          <a:effectLst/>
                          <a:latin typeface="Verdana" panose="020B0604030504040204" pitchFamily="34" charset="0"/>
                        </a:rPr>
                        <a:t>Style clair et concis, ton adapté</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smtClean="0">
                          <a:ln>
                            <a:noFill/>
                          </a:ln>
                          <a:solidFill>
                            <a:srgbClr val="000066"/>
                          </a:solidFill>
                          <a:effectLst/>
                          <a:latin typeface="Verdana" panose="020B0604030504040204" pitchFamily="34" charset="0"/>
                        </a:rPr>
                        <a:t>Utilisation du “nous”</a:t>
                      </a:r>
                    </a:p>
                  </a:txBody>
                  <a:tcPr marL="91439" marR="91439"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EFEFE"/>
                    </a:solidFill>
                  </a:tcPr>
                </a:tc>
              </a:tr>
              <a:tr h="823913">
                <a:tc>
                  <a:txBody>
                    <a:bodyPr/>
                    <a:lstStyle>
                      <a:lvl1pPr>
                        <a:spcBef>
                          <a:spcPct val="20000"/>
                        </a:spcBef>
                        <a:buClr>
                          <a:schemeClr val="hlink"/>
                        </a:buClr>
                        <a:buFont typeface="Wingdings" panose="05000000000000000000" pitchFamily="2" charset="2"/>
                        <a:defRPr sz="2400" b="1">
                          <a:solidFill>
                            <a:schemeClr val="hlink"/>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defRPr sz="2000">
                          <a:solidFill>
                            <a:schemeClr val="tx2"/>
                          </a:solidFill>
                          <a:latin typeface="Verdana" panose="020B0604030504040204" pitchFamily="34" charset="0"/>
                        </a:defRPr>
                      </a:lvl2pPr>
                      <a:lvl3pPr marL="1143000" indent="-228600">
                        <a:spcBef>
                          <a:spcPct val="20000"/>
                        </a:spcBef>
                        <a:buClr>
                          <a:schemeClr val="folHlink"/>
                        </a:buClr>
                        <a:buSzPct val="60000"/>
                        <a:buFont typeface="Wingdings" panose="05000000000000000000" pitchFamily="2" charset="2"/>
                        <a:defRPr sz="20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defRPr>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defRPr>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200" b="1" i="0" u="none" strike="noStrike" cap="none" normalizeH="0" baseline="0" smtClean="0">
                          <a:ln>
                            <a:noFill/>
                          </a:ln>
                          <a:solidFill>
                            <a:srgbClr val="002060"/>
                          </a:solidFill>
                          <a:effectLst/>
                          <a:latin typeface="Verdana" panose="020B0604030504040204" pitchFamily="34" charset="0"/>
                        </a:rPr>
                        <a:t>Remarques</a:t>
                      </a:r>
                    </a:p>
                  </a:txBody>
                  <a:tcPr marL="91439" marR="91439"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EFEFE"/>
                    </a:solidFill>
                  </a:tcPr>
                </a:tc>
                <a:tc>
                  <a:txBody>
                    <a:bodyPr/>
                    <a:lstStyle>
                      <a:lvl1pPr>
                        <a:spcBef>
                          <a:spcPct val="20000"/>
                        </a:spcBef>
                        <a:buClr>
                          <a:schemeClr val="hlink"/>
                        </a:buClr>
                        <a:buFont typeface="Wingdings" panose="05000000000000000000" pitchFamily="2" charset="2"/>
                        <a:defRPr sz="2400" b="1">
                          <a:solidFill>
                            <a:schemeClr val="hlink"/>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defRPr sz="2000">
                          <a:solidFill>
                            <a:schemeClr val="tx2"/>
                          </a:solidFill>
                          <a:latin typeface="Verdana" panose="020B0604030504040204" pitchFamily="34" charset="0"/>
                        </a:defRPr>
                      </a:lvl2pPr>
                      <a:lvl3pPr marL="1143000" indent="-228600">
                        <a:spcBef>
                          <a:spcPct val="20000"/>
                        </a:spcBef>
                        <a:buClr>
                          <a:schemeClr val="folHlink"/>
                        </a:buClr>
                        <a:buSzPct val="60000"/>
                        <a:buFont typeface="Wingdings" panose="05000000000000000000" pitchFamily="2" charset="2"/>
                        <a:defRPr sz="20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defRPr>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defRPr>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dirty="0" err="1" smtClean="0">
                          <a:ln>
                            <a:noFill/>
                          </a:ln>
                          <a:solidFill>
                            <a:srgbClr val="000066"/>
                          </a:solidFill>
                          <a:effectLst/>
                          <a:latin typeface="Verdana" panose="020B0604030504040204" pitchFamily="34" charset="0"/>
                        </a:rPr>
                        <a:t>Lettres</a:t>
                      </a:r>
                      <a:r>
                        <a:rPr kumimoji="0" lang="en-US" sz="1200" b="0" i="0" u="none" strike="noStrike" cap="none" normalizeH="0" baseline="0" dirty="0" smtClean="0">
                          <a:ln>
                            <a:noFill/>
                          </a:ln>
                          <a:solidFill>
                            <a:srgbClr val="000066"/>
                          </a:solidFill>
                          <a:effectLst/>
                          <a:latin typeface="Verdana" panose="020B0604030504040204" pitchFamily="34" charset="0"/>
                        </a:rPr>
                        <a:t> types (fusion avec un </a:t>
                      </a:r>
                      <a:r>
                        <a:rPr kumimoji="0" lang="en-US" sz="1200" b="0" i="0" u="none" strike="noStrike" cap="none" normalizeH="0" baseline="0" dirty="0" err="1" smtClean="0">
                          <a:ln>
                            <a:noFill/>
                          </a:ln>
                          <a:solidFill>
                            <a:srgbClr val="000066"/>
                          </a:solidFill>
                          <a:effectLst/>
                          <a:latin typeface="Verdana" panose="020B0604030504040204" pitchFamily="34" charset="0"/>
                        </a:rPr>
                        <a:t>fichier</a:t>
                      </a:r>
                      <a:r>
                        <a:rPr kumimoji="0" lang="en-US" sz="1200" b="0" i="0" u="none" strike="noStrike" cap="none" normalizeH="0" baseline="0" dirty="0" smtClean="0">
                          <a:ln>
                            <a:noFill/>
                          </a:ln>
                          <a:solidFill>
                            <a:srgbClr val="000066"/>
                          </a:solidFill>
                          <a:effectLst/>
                          <a:latin typeface="Verdana" panose="020B0604030504040204" pitchFamily="34" charset="0"/>
                        </a:rPr>
                        <a:t> de </a:t>
                      </a:r>
                      <a:r>
                        <a:rPr kumimoji="0" lang="en-US" sz="1200" b="0" i="0" u="none" strike="noStrike" cap="none" normalizeH="0" baseline="0" dirty="0" err="1" smtClean="0">
                          <a:ln>
                            <a:noFill/>
                          </a:ln>
                          <a:solidFill>
                            <a:srgbClr val="000066"/>
                          </a:solidFill>
                          <a:effectLst/>
                          <a:latin typeface="Verdana" panose="020B0604030504040204" pitchFamily="34" charset="0"/>
                        </a:rPr>
                        <a:t>données</a:t>
                      </a:r>
                      <a:r>
                        <a:rPr kumimoji="0" lang="en-US" sz="1200" b="0" i="0" u="none" strike="noStrike" cap="none" normalizeH="0" baseline="0" dirty="0" smtClean="0">
                          <a:ln>
                            <a:noFill/>
                          </a:ln>
                          <a:solidFill>
                            <a:srgbClr val="000066"/>
                          </a:solidFill>
                          <a:effectLst/>
                          <a:latin typeface="Verdana" panose="020B060403050404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dirty="0" err="1" smtClean="0">
                          <a:ln>
                            <a:noFill/>
                          </a:ln>
                          <a:solidFill>
                            <a:srgbClr val="000066"/>
                          </a:solidFill>
                          <a:effectLst/>
                          <a:latin typeface="Verdana" panose="020B0604030504040204" pitchFamily="34" charset="0"/>
                        </a:rPr>
                        <a:t>Présentation</a:t>
                      </a:r>
                      <a:r>
                        <a:rPr kumimoji="0" lang="en-US" sz="1200" b="0" i="0" u="none" strike="noStrike" cap="none" normalizeH="0" baseline="0" dirty="0" smtClean="0">
                          <a:ln>
                            <a:noFill/>
                          </a:ln>
                          <a:solidFill>
                            <a:srgbClr val="000066"/>
                          </a:solidFill>
                          <a:effectLst/>
                          <a:latin typeface="Verdana" panose="020B0604030504040204" pitchFamily="34" charset="0"/>
                        </a:rPr>
                        <a:t> : respect de la </a:t>
                      </a:r>
                      <a:r>
                        <a:rPr kumimoji="0" lang="en-US" sz="1200" b="0" i="0" u="none" strike="noStrike" cap="none" normalizeH="0" baseline="0" dirty="0" err="1" smtClean="0">
                          <a:ln>
                            <a:noFill/>
                          </a:ln>
                          <a:solidFill>
                            <a:srgbClr val="000066"/>
                          </a:solidFill>
                          <a:effectLst/>
                          <a:latin typeface="Verdana" panose="020B0604030504040204" pitchFamily="34" charset="0"/>
                        </a:rPr>
                        <a:t>charte</a:t>
                      </a:r>
                      <a:r>
                        <a:rPr kumimoji="0" lang="en-US" sz="1200" b="0" i="0" u="none" strike="noStrike" cap="none" normalizeH="0" baseline="0" dirty="0" smtClean="0">
                          <a:ln>
                            <a:noFill/>
                          </a:ln>
                          <a:solidFill>
                            <a:srgbClr val="000066"/>
                          </a:solidFill>
                          <a:effectLst/>
                          <a:latin typeface="Verdana" panose="020B0604030504040204" pitchFamily="34" charset="0"/>
                        </a:rPr>
                        <a:t> </a:t>
                      </a:r>
                      <a:r>
                        <a:rPr kumimoji="0" lang="en-US" sz="1200" b="0" i="0" u="none" strike="noStrike" cap="none" normalizeH="0" baseline="0" dirty="0" err="1" smtClean="0">
                          <a:ln>
                            <a:noFill/>
                          </a:ln>
                          <a:solidFill>
                            <a:srgbClr val="000066"/>
                          </a:solidFill>
                          <a:effectLst/>
                          <a:latin typeface="Verdana" panose="020B0604030504040204" pitchFamily="34" charset="0"/>
                        </a:rPr>
                        <a:t>graphique</a:t>
                      </a:r>
                      <a:r>
                        <a:rPr kumimoji="0" lang="en-US" sz="1200" b="0" i="0" u="none" strike="noStrike" cap="none" normalizeH="0" baseline="0" dirty="0" smtClean="0">
                          <a:ln>
                            <a:noFill/>
                          </a:ln>
                          <a:solidFill>
                            <a:srgbClr val="000066"/>
                          </a:solidFill>
                          <a:effectLst/>
                          <a:latin typeface="Verdana" panose="020B0604030504040204" pitchFamily="34" charset="0"/>
                        </a:rPr>
                        <a:t> (la </a:t>
                      </a:r>
                      <a:r>
                        <a:rPr kumimoji="0" lang="en-US" sz="1200" b="0" i="0" u="none" strike="noStrike" cap="none" normalizeH="0" baseline="0" dirty="0" err="1" smtClean="0">
                          <a:ln>
                            <a:noFill/>
                          </a:ln>
                          <a:solidFill>
                            <a:srgbClr val="000066"/>
                          </a:solidFill>
                          <a:effectLst/>
                          <a:latin typeface="Verdana" panose="020B0604030504040204" pitchFamily="34" charset="0"/>
                        </a:rPr>
                        <a:t>norme</a:t>
                      </a:r>
                      <a:r>
                        <a:rPr kumimoji="0" lang="en-US" sz="1200" b="0" i="0" u="none" strike="noStrike" cap="none" normalizeH="0" baseline="0" dirty="0" smtClean="0">
                          <a:ln>
                            <a:noFill/>
                          </a:ln>
                          <a:solidFill>
                            <a:srgbClr val="000066"/>
                          </a:solidFill>
                          <a:effectLst/>
                          <a:latin typeface="Verdana" panose="020B0604030504040204" pitchFamily="34" charset="0"/>
                        </a:rPr>
                        <a:t> </a:t>
                      </a:r>
                      <a:r>
                        <a:rPr kumimoji="0" lang="en-US" sz="1200" b="0" i="0" u="none" strike="noStrike" cap="none" normalizeH="0" baseline="0" dirty="0" err="1" smtClean="0">
                          <a:ln>
                            <a:noFill/>
                          </a:ln>
                          <a:solidFill>
                            <a:srgbClr val="000066"/>
                          </a:solidFill>
                          <a:effectLst/>
                          <a:latin typeface="Verdana" panose="020B0604030504040204" pitchFamily="34" charset="0"/>
                        </a:rPr>
                        <a:t>Afnor</a:t>
                      </a:r>
                      <a:r>
                        <a:rPr kumimoji="0" lang="en-US" sz="1200" b="0" i="0" u="none" strike="noStrike" cap="none" normalizeH="0" baseline="0" dirty="0" smtClean="0">
                          <a:ln>
                            <a:noFill/>
                          </a:ln>
                          <a:solidFill>
                            <a:srgbClr val="000066"/>
                          </a:solidFill>
                          <a:effectLst/>
                          <a:latin typeface="Verdana" panose="020B0604030504040204" pitchFamily="34" charset="0"/>
                        </a:rPr>
                        <a:t> </a:t>
                      </a:r>
                      <a:r>
                        <a:rPr kumimoji="0" lang="en-US" sz="1200" b="0" i="0" u="none" strike="noStrike" cap="none" normalizeH="0" baseline="0" dirty="0" err="1" smtClean="0">
                          <a:ln>
                            <a:noFill/>
                          </a:ln>
                          <a:solidFill>
                            <a:srgbClr val="000066"/>
                          </a:solidFill>
                          <a:effectLst/>
                          <a:latin typeface="Verdana" panose="020B0604030504040204" pitchFamily="34" charset="0"/>
                        </a:rPr>
                        <a:t>n’est</a:t>
                      </a:r>
                      <a:r>
                        <a:rPr kumimoji="0" lang="en-US" sz="1200" b="0" i="0" u="none" strike="noStrike" cap="none" normalizeH="0" baseline="0" dirty="0" smtClean="0">
                          <a:ln>
                            <a:noFill/>
                          </a:ln>
                          <a:solidFill>
                            <a:srgbClr val="000066"/>
                          </a:solidFill>
                          <a:effectLst/>
                          <a:latin typeface="Verdana" panose="020B0604030504040204" pitchFamily="34" charset="0"/>
                        </a:rPr>
                        <a:t> plus </a:t>
                      </a:r>
                      <a:r>
                        <a:rPr kumimoji="0" lang="en-US" sz="1200" b="0" i="0" u="none" strike="noStrike" cap="none" normalizeH="0" baseline="0" dirty="0" err="1" smtClean="0">
                          <a:ln>
                            <a:noFill/>
                          </a:ln>
                          <a:solidFill>
                            <a:srgbClr val="000066"/>
                          </a:solidFill>
                          <a:effectLst/>
                          <a:latin typeface="Verdana" panose="020B0604030504040204" pitchFamily="34" charset="0"/>
                        </a:rPr>
                        <a:t>utilisée</a:t>
                      </a:r>
                      <a:r>
                        <a:rPr kumimoji="0" lang="en-US" sz="1200" b="0" i="0" u="none" strike="noStrike" cap="none" normalizeH="0" baseline="0" dirty="0" smtClean="0">
                          <a:ln>
                            <a:noFill/>
                          </a:ln>
                          <a:solidFill>
                            <a:srgbClr val="000066"/>
                          </a:solidFill>
                          <a:effectLst/>
                          <a:latin typeface="Verdana" panose="020B0604030504040204" pitchFamily="34" charset="0"/>
                        </a:rPr>
                        <a:t>)</a:t>
                      </a:r>
                    </a:p>
                  </a:txBody>
                  <a:tcPr marL="91439" marR="91439"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EFEFE"/>
                    </a:solidFill>
                  </a:tcPr>
                </a:tc>
              </a:tr>
            </a:tbl>
          </a:graphicData>
        </a:graphic>
      </p:graphicFrame>
    </p:spTree>
    <p:extLst>
      <p:ext uri="{BB962C8B-B14F-4D97-AF65-F5344CB8AC3E}">
        <p14:creationId xmlns:p14="http://schemas.microsoft.com/office/powerpoint/2010/main" val="39577441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slide(fromLeft)">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z="4000" dirty="0" smtClean="0"/>
              <a:t>La télécopie</a:t>
            </a:r>
            <a:endParaRPr lang="fr-FR" sz="4000" dirty="0"/>
          </a:p>
        </p:txBody>
      </p:sp>
      <p:sp>
        <p:nvSpPr>
          <p:cNvPr id="3" name="Espace réservé du contenu 2"/>
          <p:cNvSpPr>
            <a:spLocks noGrp="1"/>
          </p:cNvSpPr>
          <p:nvPr>
            <p:ph idx="1"/>
          </p:nvPr>
        </p:nvSpPr>
        <p:spPr/>
        <p:txBody>
          <a:bodyPr/>
          <a:lstStyle/>
          <a:p>
            <a:endParaRPr lang="fr-FR" dirty="0"/>
          </a:p>
        </p:txBody>
      </p:sp>
      <p:sp>
        <p:nvSpPr>
          <p:cNvPr id="4" name="Espace réservé du texte 3"/>
          <p:cNvSpPr>
            <a:spLocks noGrp="1"/>
          </p:cNvSpPr>
          <p:nvPr>
            <p:ph type="body" sz="half" idx="2"/>
          </p:nvPr>
        </p:nvSpPr>
        <p:spPr/>
        <p:txBody>
          <a:bodyPr/>
          <a:lstStyle/>
          <a:p>
            <a:endParaRPr lang="fr-FR" dirty="0"/>
          </a:p>
        </p:txBody>
      </p:sp>
      <p:pic>
        <p:nvPicPr>
          <p:cNvPr id="5" name="Picture 2" descr="https://media.licdn.com/mpr/mpr/p/8/005/092/3e2/340abf9.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730563">
            <a:off x="1132799" y="3405056"/>
            <a:ext cx="2837466" cy="2110365"/>
          </a:xfrm>
          <a:prstGeom prst="rect">
            <a:avLst/>
          </a:prstGeom>
          <a:noFill/>
          <a:extLst>
            <a:ext uri="{909E8E84-426E-40DD-AFC4-6F175D3DCCD1}">
              <a14:hiddenFill xmlns:a14="http://schemas.microsoft.com/office/drawing/2010/main">
                <a:solidFill>
                  <a:srgbClr val="FFFFFF"/>
                </a:solidFill>
              </a14:hiddenFill>
            </a:ext>
          </a:extLst>
        </p:spPr>
      </p:pic>
      <p:pic>
        <p:nvPicPr>
          <p:cNvPr id="6" name="Image 5"/>
          <p:cNvPicPr>
            <a:picLocks noChangeAspect="1"/>
          </p:cNvPicPr>
          <p:nvPr/>
        </p:nvPicPr>
        <p:blipFill rotWithShape="1">
          <a:blip r:embed="rId3">
            <a:extLst>
              <a:ext uri="{28A0092B-C50C-407E-A947-70E740481C1C}">
                <a14:useLocalDpi xmlns:a14="http://schemas.microsoft.com/office/drawing/2010/main" val="0"/>
              </a:ext>
            </a:extLst>
          </a:blip>
          <a:srcRect l="64700" t="29000" r="1700" b="39500"/>
          <a:stretch/>
        </p:blipFill>
        <p:spPr>
          <a:xfrm>
            <a:off x="8551057" y="3089343"/>
            <a:ext cx="3312368" cy="3105345"/>
          </a:xfrm>
          <a:prstGeom prst="rect">
            <a:avLst/>
          </a:prstGeom>
        </p:spPr>
      </p:pic>
    </p:spTree>
    <p:extLst>
      <p:ext uri="{BB962C8B-B14F-4D97-AF65-F5344CB8AC3E}">
        <p14:creationId xmlns:p14="http://schemas.microsoft.com/office/powerpoint/2010/main" val="3464812248"/>
      </p:ext>
    </p:extLst>
  </p:cSld>
  <p:clrMapOvr>
    <a:masterClrMapping/>
  </p:clrMapOvr>
  <p:transition spd="slow">
    <p:push dir="u"/>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PRÉSENTATION DE LA TÉLÉCOPIE</a:t>
            </a:r>
            <a:endParaRPr lang="fr-FR" dirty="0"/>
          </a:p>
        </p:txBody>
      </p:sp>
      <p:grpSp>
        <p:nvGrpSpPr>
          <p:cNvPr id="4" name="Group 4"/>
          <p:cNvGrpSpPr>
            <a:grpSpLocks noChangeAspect="1"/>
          </p:cNvGrpSpPr>
          <p:nvPr/>
        </p:nvGrpSpPr>
        <p:grpSpPr bwMode="auto">
          <a:xfrm>
            <a:off x="1670197" y="2455236"/>
            <a:ext cx="8642350" cy="3816350"/>
            <a:chOff x="158" y="1298"/>
            <a:chExt cx="5444" cy="2404"/>
          </a:xfrm>
        </p:grpSpPr>
        <p:sp>
          <p:nvSpPr>
            <p:cNvPr id="5" name="AutoShape 3"/>
            <p:cNvSpPr>
              <a:spLocks noChangeAspect="1" noChangeArrowheads="1" noTextEdit="1"/>
            </p:cNvSpPr>
            <p:nvPr/>
          </p:nvSpPr>
          <p:spPr bwMode="auto">
            <a:xfrm>
              <a:off x="158" y="1298"/>
              <a:ext cx="5444" cy="2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pic>
          <p:nvPicPr>
            <p:cNvPr id="6"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 y="1298"/>
              <a:ext cx="5448" cy="2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378069488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LA TELEPOCIE</a:t>
            </a:r>
            <a:endParaRPr lang="fr-FR" dirty="0"/>
          </a:p>
        </p:txBody>
      </p:sp>
      <p:sp>
        <p:nvSpPr>
          <p:cNvPr id="3" name="Espace réservé du contenu 2"/>
          <p:cNvSpPr>
            <a:spLocks noGrp="1"/>
          </p:cNvSpPr>
          <p:nvPr>
            <p:ph idx="1"/>
          </p:nvPr>
        </p:nvSpPr>
        <p:spPr>
          <a:xfrm>
            <a:off x="676656" y="2311728"/>
            <a:ext cx="10753725" cy="4430063"/>
          </a:xfrm>
        </p:spPr>
        <p:txBody>
          <a:bodyPr>
            <a:normAutofit fontScale="92500" lnSpcReduction="10000"/>
          </a:bodyPr>
          <a:lstStyle/>
          <a:p>
            <a:pPr>
              <a:buFont typeface="Wingdings" panose="05000000000000000000" pitchFamily="2" charset="2"/>
              <a:buChar char="Ø"/>
            </a:pPr>
            <a:r>
              <a:rPr lang="fr-FR" dirty="0"/>
              <a:t>Rapidité, traçabilité, souplesse</a:t>
            </a:r>
          </a:p>
          <a:p>
            <a:pPr>
              <a:buFont typeface="Wingdings" panose="05000000000000000000" pitchFamily="2" charset="2"/>
              <a:buChar char="Ø"/>
            </a:pPr>
            <a:endParaRPr lang="fr-FR" dirty="0"/>
          </a:p>
          <a:p>
            <a:pPr>
              <a:buFont typeface="Wingdings" panose="05000000000000000000" pitchFamily="2" charset="2"/>
              <a:buChar char="Ø"/>
            </a:pPr>
            <a:r>
              <a:rPr lang="fr-FR" dirty="0"/>
              <a:t>Transmission de tous types de documents par le réseau téléphonique à l’aide d’un télécopieur</a:t>
            </a:r>
          </a:p>
          <a:p>
            <a:pPr>
              <a:buFont typeface="Wingdings" panose="05000000000000000000" pitchFamily="2" charset="2"/>
              <a:buChar char="Ø"/>
            </a:pPr>
            <a:endParaRPr lang="fr-FR" dirty="0"/>
          </a:p>
          <a:p>
            <a:pPr>
              <a:buFont typeface="Wingdings" panose="05000000000000000000" pitchFamily="2" charset="2"/>
              <a:buChar char="Ø"/>
            </a:pPr>
            <a:r>
              <a:rPr lang="fr-FR" dirty="0"/>
              <a:t>Très pratique, il permet d’éviter de ressaisir un message écrit à la main, de transmettre un plan ou tout autre graphisme sans avoir à le scanner</a:t>
            </a:r>
          </a:p>
          <a:p>
            <a:pPr>
              <a:buFont typeface="Wingdings" panose="05000000000000000000" pitchFamily="2" charset="2"/>
              <a:buChar char="Ø"/>
            </a:pPr>
            <a:endParaRPr lang="fr-FR" dirty="0"/>
          </a:p>
          <a:p>
            <a:pPr>
              <a:buFont typeface="Wingdings" panose="05000000000000000000" pitchFamily="2" charset="2"/>
              <a:buChar char="Ø"/>
            </a:pPr>
            <a:r>
              <a:rPr lang="fr-FR" dirty="0"/>
              <a:t>Possibilité d’envoyer des télécopies par Internet, ou par ordinateur</a:t>
            </a:r>
          </a:p>
          <a:p>
            <a:pPr>
              <a:buFont typeface="Wingdings" panose="05000000000000000000" pitchFamily="2" charset="2"/>
              <a:buChar char="Ø"/>
            </a:pPr>
            <a:endParaRPr lang="fr-FR" dirty="0"/>
          </a:p>
          <a:p>
            <a:pPr>
              <a:buFont typeface="Wingdings" panose="05000000000000000000" pitchFamily="2" charset="2"/>
              <a:buChar char="Ø"/>
            </a:pPr>
            <a:r>
              <a:rPr lang="fr-FR" dirty="0"/>
              <a:t>Pas de normes mais des éléments obligatoires</a:t>
            </a:r>
          </a:p>
          <a:p>
            <a:pPr>
              <a:buFont typeface="Wingdings" panose="05000000000000000000" pitchFamily="2" charset="2"/>
              <a:buChar char="Ø"/>
            </a:pPr>
            <a:endParaRPr lang="fr-FR" dirty="0"/>
          </a:p>
          <a:p>
            <a:pPr>
              <a:buFont typeface="Wingdings" panose="05000000000000000000" pitchFamily="2" charset="2"/>
              <a:buChar char="Ø"/>
            </a:pPr>
            <a:r>
              <a:rPr lang="fr-FR" dirty="0"/>
              <a:t>Il existe de nombreux modèles</a:t>
            </a:r>
          </a:p>
          <a:p>
            <a:endParaRPr lang="fr-FR" dirty="0"/>
          </a:p>
        </p:txBody>
      </p:sp>
    </p:spTree>
    <p:extLst>
      <p:ext uri="{BB962C8B-B14F-4D97-AF65-F5344CB8AC3E}">
        <p14:creationId xmlns:p14="http://schemas.microsoft.com/office/powerpoint/2010/main" val="562084822"/>
      </p:ext>
    </p:extLst>
  </p:cSld>
  <p:clrMapOvr>
    <a:masterClrMapping/>
  </p:clrMapOvr>
  <p:transition spd="slow">
    <p:push dir="u"/>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PRESENTATION</a:t>
            </a:r>
            <a:endParaRPr lang="fr-FR" dirty="0"/>
          </a:p>
        </p:txBody>
      </p:sp>
      <p:pic>
        <p:nvPicPr>
          <p:cNvPr id="6" name="Picture 12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6972300" y="2399548"/>
            <a:ext cx="4229098" cy="4458452"/>
          </a:xfrm>
          <a:prstGeom prst="rect">
            <a:avLst/>
          </a:prstGeom>
          <a:noFill/>
        </p:spPr>
      </p:pic>
      <p:graphicFrame>
        <p:nvGraphicFramePr>
          <p:cNvPr id="9" name="Tableau 8"/>
          <p:cNvGraphicFramePr>
            <a:graphicFrameLocks noGrp="1"/>
          </p:cNvGraphicFramePr>
          <p:nvPr>
            <p:extLst>
              <p:ext uri="{D42A27DB-BD31-4B8C-83A1-F6EECF244321}">
                <p14:modId xmlns:p14="http://schemas.microsoft.com/office/powerpoint/2010/main" val="1740899288"/>
              </p:ext>
            </p:extLst>
          </p:nvPr>
        </p:nvGraphicFramePr>
        <p:xfrm>
          <a:off x="1050988" y="2729231"/>
          <a:ext cx="3857625" cy="3471864"/>
        </p:xfrm>
        <a:graphic>
          <a:graphicData uri="http://schemas.openxmlformats.org/drawingml/2006/table">
            <a:tbl>
              <a:tblPr/>
              <a:tblGrid>
                <a:gridCol w="1285875"/>
                <a:gridCol w="2571750"/>
              </a:tblGrid>
              <a:tr h="612775">
                <a:tc>
                  <a:txBody>
                    <a:bodyPr/>
                    <a:lstStyle>
                      <a:lvl1pPr>
                        <a:spcBef>
                          <a:spcPct val="20000"/>
                        </a:spcBef>
                        <a:buClr>
                          <a:schemeClr val="hlink"/>
                        </a:buClr>
                        <a:buFont typeface="Wingdings" panose="05000000000000000000" pitchFamily="2" charset="2"/>
                        <a:defRPr sz="2400" b="1">
                          <a:solidFill>
                            <a:schemeClr val="hlink"/>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defRPr sz="2000">
                          <a:solidFill>
                            <a:schemeClr val="tx2"/>
                          </a:solidFill>
                          <a:latin typeface="Verdana" panose="020B0604030504040204" pitchFamily="34" charset="0"/>
                        </a:defRPr>
                      </a:lvl2pPr>
                      <a:lvl3pPr marL="1143000" indent="-228600">
                        <a:spcBef>
                          <a:spcPct val="20000"/>
                        </a:spcBef>
                        <a:buClr>
                          <a:schemeClr val="folHlink"/>
                        </a:buClr>
                        <a:buSzPct val="60000"/>
                        <a:buFont typeface="Wingdings" panose="05000000000000000000" pitchFamily="2" charset="2"/>
                        <a:defRPr sz="20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defRPr>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defRPr>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200" b="1" i="0" u="none" strike="noStrike" cap="none" normalizeH="0" baseline="0" dirty="0" smtClean="0">
                          <a:ln>
                            <a:noFill/>
                          </a:ln>
                          <a:solidFill>
                            <a:srgbClr val="002060"/>
                          </a:solidFill>
                          <a:effectLst/>
                          <a:latin typeface="Verdana" panose="020B0604030504040204" pitchFamily="34" charset="0"/>
                        </a:rPr>
                        <a:t>En-tête</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EFEFE"/>
                    </a:solidFill>
                  </a:tcPr>
                </a:tc>
                <a:tc>
                  <a:txBody>
                    <a:bodyPr/>
                    <a:lstStyle>
                      <a:lvl1pPr>
                        <a:spcBef>
                          <a:spcPct val="20000"/>
                        </a:spcBef>
                        <a:buClr>
                          <a:schemeClr val="hlink"/>
                        </a:buClr>
                        <a:buFont typeface="Wingdings" panose="05000000000000000000" pitchFamily="2" charset="2"/>
                        <a:defRPr sz="2400" b="1">
                          <a:solidFill>
                            <a:schemeClr val="hlink"/>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defRPr sz="2000">
                          <a:solidFill>
                            <a:schemeClr val="tx2"/>
                          </a:solidFill>
                          <a:latin typeface="Verdana" panose="020B0604030504040204" pitchFamily="34" charset="0"/>
                        </a:defRPr>
                      </a:lvl2pPr>
                      <a:lvl3pPr marL="1143000" indent="-228600">
                        <a:spcBef>
                          <a:spcPct val="20000"/>
                        </a:spcBef>
                        <a:buClr>
                          <a:schemeClr val="folHlink"/>
                        </a:buClr>
                        <a:buSzPct val="60000"/>
                        <a:buFont typeface="Wingdings" panose="05000000000000000000" pitchFamily="2" charset="2"/>
                        <a:defRPr sz="20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defRPr>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defRPr>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dirty="0" err="1" smtClean="0">
                          <a:ln>
                            <a:noFill/>
                          </a:ln>
                          <a:solidFill>
                            <a:srgbClr val="002060"/>
                          </a:solidFill>
                          <a:effectLst/>
                          <a:latin typeface="Verdana" panose="020B0604030504040204" pitchFamily="34" charset="0"/>
                        </a:rPr>
                        <a:t>Émetteur</a:t>
                      </a:r>
                      <a:r>
                        <a:rPr kumimoji="0" lang="en-US" sz="1200" b="0" i="0" u="none" strike="noStrike" cap="none" normalizeH="0" baseline="0" dirty="0" smtClean="0">
                          <a:ln>
                            <a:noFill/>
                          </a:ln>
                          <a:solidFill>
                            <a:srgbClr val="002060"/>
                          </a:solidFill>
                          <a:effectLst/>
                          <a:latin typeface="Verdana" panose="020B0604030504040204" pitchFamily="34" charset="0"/>
                        </a:rPr>
                        <a:t>, </a:t>
                      </a:r>
                      <a:r>
                        <a:rPr kumimoji="0" lang="en-US" sz="1200" b="0" i="0" u="none" strike="noStrike" cap="none" normalizeH="0" baseline="0" dirty="0" err="1" smtClean="0">
                          <a:ln>
                            <a:noFill/>
                          </a:ln>
                          <a:solidFill>
                            <a:srgbClr val="002060"/>
                          </a:solidFill>
                          <a:effectLst/>
                          <a:latin typeface="Verdana" panose="020B0604030504040204" pitchFamily="34" charset="0"/>
                        </a:rPr>
                        <a:t>destinataire</a:t>
                      </a:r>
                      <a:r>
                        <a:rPr kumimoji="0" lang="en-US" sz="1200" b="0" i="0" u="none" strike="noStrike" cap="none" normalizeH="0" baseline="0" dirty="0" smtClean="0">
                          <a:ln>
                            <a:noFill/>
                          </a:ln>
                          <a:solidFill>
                            <a:srgbClr val="002060"/>
                          </a:solidFill>
                          <a:effectLst/>
                          <a:latin typeface="Verdana" panose="020B0604030504040204" pitchFamily="34" charset="0"/>
                        </a:rPr>
                        <a:t>, objet, date, </a:t>
                      </a:r>
                      <a:r>
                        <a:rPr kumimoji="0" lang="en-US" sz="1200" b="0" i="0" u="none" strike="noStrike" cap="none" normalizeH="0" baseline="0" dirty="0" err="1" smtClean="0">
                          <a:ln>
                            <a:noFill/>
                          </a:ln>
                          <a:solidFill>
                            <a:srgbClr val="002060"/>
                          </a:solidFill>
                          <a:effectLst/>
                          <a:latin typeface="Verdana" panose="020B0604030504040204" pitchFamily="34" charset="0"/>
                        </a:rPr>
                        <a:t>nombre</a:t>
                      </a:r>
                      <a:r>
                        <a:rPr kumimoji="0" lang="en-US" sz="1200" b="0" i="0" u="none" strike="noStrike" cap="none" normalizeH="0" baseline="0" dirty="0" smtClean="0">
                          <a:ln>
                            <a:noFill/>
                          </a:ln>
                          <a:solidFill>
                            <a:srgbClr val="002060"/>
                          </a:solidFill>
                          <a:effectLst/>
                          <a:latin typeface="Verdana" panose="020B0604030504040204" pitchFamily="34" charset="0"/>
                        </a:rPr>
                        <a:t> de pages</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EFEFE"/>
                    </a:solidFill>
                  </a:tcPr>
                </a:tc>
              </a:tr>
              <a:tr h="612775">
                <a:tc>
                  <a:txBody>
                    <a:bodyPr/>
                    <a:lstStyle>
                      <a:lvl1pPr>
                        <a:spcBef>
                          <a:spcPct val="20000"/>
                        </a:spcBef>
                        <a:buClr>
                          <a:schemeClr val="hlink"/>
                        </a:buClr>
                        <a:buFont typeface="Wingdings" panose="05000000000000000000" pitchFamily="2" charset="2"/>
                        <a:defRPr sz="2400" b="1">
                          <a:solidFill>
                            <a:schemeClr val="hlink"/>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defRPr sz="2000">
                          <a:solidFill>
                            <a:schemeClr val="tx2"/>
                          </a:solidFill>
                          <a:latin typeface="Verdana" panose="020B0604030504040204" pitchFamily="34" charset="0"/>
                        </a:defRPr>
                      </a:lvl2pPr>
                      <a:lvl3pPr marL="1143000" indent="-228600">
                        <a:spcBef>
                          <a:spcPct val="20000"/>
                        </a:spcBef>
                        <a:buClr>
                          <a:schemeClr val="folHlink"/>
                        </a:buClr>
                        <a:buSzPct val="60000"/>
                        <a:buFont typeface="Wingdings" panose="05000000000000000000" pitchFamily="2" charset="2"/>
                        <a:defRPr sz="20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defRPr>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defRPr>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200" b="1" i="0" u="none" strike="noStrike" cap="none" normalizeH="0" baseline="0" smtClean="0">
                          <a:ln>
                            <a:noFill/>
                          </a:ln>
                          <a:solidFill>
                            <a:srgbClr val="002060"/>
                          </a:solidFill>
                          <a:effectLst/>
                          <a:latin typeface="Verdana" panose="020B0604030504040204" pitchFamily="34" charset="0"/>
                        </a:rPr>
                        <a:t>Titre civilité</a:t>
                      </a:r>
                    </a:p>
                    <a:p>
                      <a:pPr marL="0" marR="0" lvl="0" indent="0" algn="l" defTabSz="914400" rtl="0" eaLnBrk="1" fontAlgn="base" latinLnBrk="0" hangingPunct="1">
                        <a:lnSpc>
                          <a:spcPct val="100000"/>
                        </a:lnSpc>
                        <a:spcBef>
                          <a:spcPct val="0"/>
                        </a:spcBef>
                        <a:spcAft>
                          <a:spcPct val="0"/>
                        </a:spcAft>
                        <a:buClrTx/>
                        <a:buSzTx/>
                        <a:buFontTx/>
                        <a:buNone/>
                        <a:tabLst/>
                      </a:pPr>
                      <a:r>
                        <a:rPr kumimoji="0" lang="fr-FR" sz="1200" b="1" i="0" u="none" strike="noStrike" cap="none" normalizeH="0" baseline="0" smtClean="0">
                          <a:ln>
                            <a:noFill/>
                          </a:ln>
                          <a:solidFill>
                            <a:srgbClr val="002060"/>
                          </a:solidFill>
                          <a:effectLst/>
                          <a:latin typeface="Verdana" panose="020B0604030504040204" pitchFamily="34" charset="0"/>
                        </a:rPr>
                        <a:t>FDP</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EFEFE"/>
                    </a:solidFill>
                  </a:tcPr>
                </a:tc>
                <a:tc>
                  <a:txBody>
                    <a:bodyPr/>
                    <a:lstStyle>
                      <a:lvl1pPr>
                        <a:spcBef>
                          <a:spcPct val="20000"/>
                        </a:spcBef>
                        <a:buClr>
                          <a:schemeClr val="hlink"/>
                        </a:buClr>
                        <a:buFont typeface="Wingdings" panose="05000000000000000000" pitchFamily="2" charset="2"/>
                        <a:defRPr sz="2400" b="1">
                          <a:solidFill>
                            <a:schemeClr val="hlink"/>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defRPr sz="2000">
                          <a:solidFill>
                            <a:schemeClr val="tx2"/>
                          </a:solidFill>
                          <a:latin typeface="Verdana" panose="020B0604030504040204" pitchFamily="34" charset="0"/>
                        </a:defRPr>
                      </a:lvl2pPr>
                      <a:lvl3pPr marL="1143000" indent="-228600">
                        <a:spcBef>
                          <a:spcPct val="20000"/>
                        </a:spcBef>
                        <a:buClr>
                          <a:schemeClr val="folHlink"/>
                        </a:buClr>
                        <a:buSzPct val="60000"/>
                        <a:buFont typeface="Wingdings" panose="05000000000000000000" pitchFamily="2" charset="2"/>
                        <a:defRPr sz="20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defRPr>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defRPr>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smtClean="0">
                          <a:ln>
                            <a:noFill/>
                          </a:ln>
                          <a:solidFill>
                            <a:srgbClr val="002060"/>
                          </a:solidFill>
                          <a:effectLst/>
                          <a:latin typeface="Verdana" panose="020B0604030504040204" pitchFamily="34" charset="0"/>
                        </a:rPr>
                        <a:t>Pas obligatoire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smtClean="0">
                          <a:ln>
                            <a:noFill/>
                          </a:ln>
                          <a:solidFill>
                            <a:srgbClr val="002060"/>
                          </a:solidFill>
                          <a:effectLst/>
                          <a:latin typeface="Verdana" panose="020B0604030504040204" pitchFamily="34" charset="0"/>
                        </a:rPr>
                        <a:t>Sincères salutations</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EFEFE"/>
                    </a:solidFill>
                  </a:tcPr>
                </a:tc>
              </a:tr>
              <a:tr h="449263">
                <a:tc>
                  <a:txBody>
                    <a:bodyPr/>
                    <a:lstStyle>
                      <a:lvl1pPr>
                        <a:spcBef>
                          <a:spcPct val="20000"/>
                        </a:spcBef>
                        <a:buClr>
                          <a:schemeClr val="hlink"/>
                        </a:buClr>
                        <a:buFont typeface="Wingdings" panose="05000000000000000000" pitchFamily="2" charset="2"/>
                        <a:defRPr sz="2400" b="1">
                          <a:solidFill>
                            <a:schemeClr val="hlink"/>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defRPr sz="2000">
                          <a:solidFill>
                            <a:schemeClr val="tx2"/>
                          </a:solidFill>
                          <a:latin typeface="Verdana" panose="020B0604030504040204" pitchFamily="34" charset="0"/>
                        </a:defRPr>
                      </a:lvl2pPr>
                      <a:lvl3pPr marL="1143000" indent="-228600">
                        <a:spcBef>
                          <a:spcPct val="20000"/>
                        </a:spcBef>
                        <a:buClr>
                          <a:schemeClr val="folHlink"/>
                        </a:buClr>
                        <a:buSzPct val="60000"/>
                        <a:buFont typeface="Wingdings" panose="05000000000000000000" pitchFamily="2" charset="2"/>
                        <a:defRPr sz="20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defRPr>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defRPr>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200" b="1" i="0" u="none" strike="noStrike" cap="none" normalizeH="0" baseline="0" smtClean="0">
                          <a:ln>
                            <a:noFill/>
                          </a:ln>
                          <a:solidFill>
                            <a:srgbClr val="002060"/>
                          </a:solidFill>
                          <a:effectLst/>
                          <a:latin typeface="Verdana" panose="020B0604030504040204" pitchFamily="34" charset="0"/>
                        </a:rPr>
                        <a:t>Contenu</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EFEFE"/>
                    </a:solidFill>
                  </a:tcPr>
                </a:tc>
                <a:tc>
                  <a:txBody>
                    <a:bodyPr/>
                    <a:lstStyle>
                      <a:lvl1pPr>
                        <a:spcBef>
                          <a:spcPct val="20000"/>
                        </a:spcBef>
                        <a:buClr>
                          <a:schemeClr val="hlink"/>
                        </a:buClr>
                        <a:buFont typeface="Wingdings" panose="05000000000000000000" pitchFamily="2" charset="2"/>
                        <a:defRPr sz="2400" b="1">
                          <a:solidFill>
                            <a:schemeClr val="hlink"/>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defRPr sz="2000">
                          <a:solidFill>
                            <a:schemeClr val="tx2"/>
                          </a:solidFill>
                          <a:latin typeface="Verdana" panose="020B0604030504040204" pitchFamily="34" charset="0"/>
                        </a:defRPr>
                      </a:lvl2pPr>
                      <a:lvl3pPr marL="1143000" indent="-228600">
                        <a:spcBef>
                          <a:spcPct val="20000"/>
                        </a:spcBef>
                        <a:buClr>
                          <a:schemeClr val="folHlink"/>
                        </a:buClr>
                        <a:buSzPct val="60000"/>
                        <a:buFont typeface="Wingdings" panose="05000000000000000000" pitchFamily="2" charset="2"/>
                        <a:defRPr sz="20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defRPr>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defRPr>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200" b="0" i="0" u="none" strike="noStrike" cap="none" normalizeH="0" baseline="0" smtClean="0">
                          <a:ln>
                            <a:noFill/>
                          </a:ln>
                          <a:solidFill>
                            <a:srgbClr val="002060"/>
                          </a:solidFill>
                          <a:effectLst/>
                          <a:latin typeface="Verdana" panose="020B0604030504040204" pitchFamily="34" charset="0"/>
                        </a:rPr>
                        <a:t>Bref, idées essentielles</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EFEFE"/>
                    </a:solidFill>
                  </a:tcPr>
                </a:tc>
              </a:tr>
              <a:tr h="500063">
                <a:tc>
                  <a:txBody>
                    <a:bodyPr/>
                    <a:lstStyle>
                      <a:lvl1pPr>
                        <a:spcBef>
                          <a:spcPct val="20000"/>
                        </a:spcBef>
                        <a:buClr>
                          <a:schemeClr val="hlink"/>
                        </a:buClr>
                        <a:buFont typeface="Wingdings" panose="05000000000000000000" pitchFamily="2" charset="2"/>
                        <a:defRPr sz="2400" b="1">
                          <a:solidFill>
                            <a:schemeClr val="hlink"/>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defRPr sz="2000">
                          <a:solidFill>
                            <a:schemeClr val="tx2"/>
                          </a:solidFill>
                          <a:latin typeface="Verdana" panose="020B0604030504040204" pitchFamily="34" charset="0"/>
                        </a:defRPr>
                      </a:lvl2pPr>
                      <a:lvl3pPr marL="1143000" indent="-228600">
                        <a:spcBef>
                          <a:spcPct val="20000"/>
                        </a:spcBef>
                        <a:buClr>
                          <a:schemeClr val="folHlink"/>
                        </a:buClr>
                        <a:buSzPct val="60000"/>
                        <a:buFont typeface="Wingdings" panose="05000000000000000000" pitchFamily="2" charset="2"/>
                        <a:defRPr sz="20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defRPr>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defRPr>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200" b="1" i="0" u="none" strike="noStrike" cap="none" normalizeH="0" baseline="0" smtClean="0">
                          <a:ln>
                            <a:noFill/>
                          </a:ln>
                          <a:solidFill>
                            <a:srgbClr val="002060"/>
                          </a:solidFill>
                          <a:effectLst/>
                          <a:latin typeface="Verdana" panose="020B0604030504040204" pitchFamily="34" charset="0"/>
                        </a:rPr>
                        <a:t>Signataire</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EFEFE"/>
                    </a:solidFill>
                  </a:tcPr>
                </a:tc>
                <a:tc>
                  <a:txBody>
                    <a:bodyPr/>
                    <a:lstStyle>
                      <a:lvl1pPr>
                        <a:spcBef>
                          <a:spcPct val="20000"/>
                        </a:spcBef>
                        <a:buClr>
                          <a:schemeClr val="hlink"/>
                        </a:buClr>
                        <a:buFont typeface="Wingdings" panose="05000000000000000000" pitchFamily="2" charset="2"/>
                        <a:defRPr sz="2400" b="1">
                          <a:solidFill>
                            <a:schemeClr val="hlink"/>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defRPr sz="2000">
                          <a:solidFill>
                            <a:schemeClr val="tx2"/>
                          </a:solidFill>
                          <a:latin typeface="Verdana" panose="020B0604030504040204" pitchFamily="34" charset="0"/>
                        </a:defRPr>
                      </a:lvl2pPr>
                      <a:lvl3pPr marL="1143000" indent="-228600">
                        <a:spcBef>
                          <a:spcPct val="20000"/>
                        </a:spcBef>
                        <a:buClr>
                          <a:schemeClr val="folHlink"/>
                        </a:buClr>
                        <a:buSzPct val="60000"/>
                        <a:buFont typeface="Wingdings" panose="05000000000000000000" pitchFamily="2" charset="2"/>
                        <a:defRPr sz="20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defRPr>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defRPr>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smtClean="0">
                          <a:ln>
                            <a:noFill/>
                          </a:ln>
                          <a:solidFill>
                            <a:srgbClr val="002060"/>
                          </a:solidFill>
                          <a:effectLst/>
                          <a:latin typeface="Verdana" panose="020B0604030504040204" pitchFamily="34" charset="0"/>
                        </a:rPr>
                        <a:t>Prénom Nom et fonction</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EFEFE"/>
                    </a:solidFill>
                  </a:tcPr>
                </a:tc>
              </a:tr>
              <a:tr h="446088">
                <a:tc>
                  <a:txBody>
                    <a:bodyPr/>
                    <a:lstStyle>
                      <a:lvl1pPr>
                        <a:spcBef>
                          <a:spcPct val="20000"/>
                        </a:spcBef>
                        <a:buClr>
                          <a:schemeClr val="hlink"/>
                        </a:buClr>
                        <a:buFont typeface="Wingdings" panose="05000000000000000000" pitchFamily="2" charset="2"/>
                        <a:defRPr sz="2400" b="1">
                          <a:solidFill>
                            <a:schemeClr val="hlink"/>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defRPr sz="2000">
                          <a:solidFill>
                            <a:schemeClr val="tx2"/>
                          </a:solidFill>
                          <a:latin typeface="Verdana" panose="020B0604030504040204" pitchFamily="34" charset="0"/>
                        </a:defRPr>
                      </a:lvl2pPr>
                      <a:lvl3pPr marL="1143000" indent="-228600">
                        <a:spcBef>
                          <a:spcPct val="20000"/>
                        </a:spcBef>
                        <a:buClr>
                          <a:schemeClr val="folHlink"/>
                        </a:buClr>
                        <a:buSzPct val="60000"/>
                        <a:buFont typeface="Wingdings" panose="05000000000000000000" pitchFamily="2" charset="2"/>
                        <a:defRPr sz="20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defRPr>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defRPr>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200" b="1" i="0" u="none" strike="noStrike" cap="none" normalizeH="0" baseline="0" smtClean="0">
                          <a:ln>
                            <a:noFill/>
                          </a:ln>
                          <a:solidFill>
                            <a:srgbClr val="002060"/>
                          </a:solidFill>
                          <a:effectLst/>
                          <a:latin typeface="Verdana" panose="020B0604030504040204" pitchFamily="34" charset="0"/>
                        </a:rPr>
                        <a:t>Style</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EFEFE"/>
                    </a:solidFill>
                  </a:tcPr>
                </a:tc>
                <a:tc>
                  <a:txBody>
                    <a:bodyPr/>
                    <a:lstStyle>
                      <a:lvl1pPr>
                        <a:spcBef>
                          <a:spcPct val="20000"/>
                        </a:spcBef>
                        <a:buClr>
                          <a:schemeClr val="hlink"/>
                        </a:buClr>
                        <a:buFont typeface="Wingdings" panose="05000000000000000000" pitchFamily="2" charset="2"/>
                        <a:defRPr sz="2400" b="1">
                          <a:solidFill>
                            <a:schemeClr val="hlink"/>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defRPr sz="2000">
                          <a:solidFill>
                            <a:schemeClr val="tx2"/>
                          </a:solidFill>
                          <a:latin typeface="Verdana" panose="020B0604030504040204" pitchFamily="34" charset="0"/>
                        </a:defRPr>
                      </a:lvl2pPr>
                      <a:lvl3pPr marL="1143000" indent="-228600">
                        <a:spcBef>
                          <a:spcPct val="20000"/>
                        </a:spcBef>
                        <a:buClr>
                          <a:schemeClr val="folHlink"/>
                        </a:buClr>
                        <a:buSzPct val="60000"/>
                        <a:buFont typeface="Wingdings" panose="05000000000000000000" pitchFamily="2" charset="2"/>
                        <a:defRPr sz="20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defRPr>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defRPr>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smtClean="0">
                          <a:ln>
                            <a:noFill/>
                          </a:ln>
                          <a:solidFill>
                            <a:srgbClr val="002060"/>
                          </a:solidFill>
                          <a:effectLst/>
                          <a:latin typeface="Verdana" panose="020B0604030504040204" pitchFamily="34" charset="0"/>
                        </a:rPr>
                        <a:t>Direct, clair, concis</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EFEFE"/>
                    </a:solidFill>
                  </a:tcPr>
                </a:tc>
              </a:tr>
              <a:tr h="850900">
                <a:tc>
                  <a:txBody>
                    <a:bodyPr/>
                    <a:lstStyle>
                      <a:lvl1pPr>
                        <a:spcBef>
                          <a:spcPct val="20000"/>
                        </a:spcBef>
                        <a:buClr>
                          <a:schemeClr val="hlink"/>
                        </a:buClr>
                        <a:buFont typeface="Wingdings" panose="05000000000000000000" pitchFamily="2" charset="2"/>
                        <a:defRPr sz="2400" b="1">
                          <a:solidFill>
                            <a:schemeClr val="hlink"/>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defRPr sz="2000">
                          <a:solidFill>
                            <a:schemeClr val="tx2"/>
                          </a:solidFill>
                          <a:latin typeface="Verdana" panose="020B0604030504040204" pitchFamily="34" charset="0"/>
                        </a:defRPr>
                      </a:lvl2pPr>
                      <a:lvl3pPr marL="1143000" indent="-228600">
                        <a:spcBef>
                          <a:spcPct val="20000"/>
                        </a:spcBef>
                        <a:buClr>
                          <a:schemeClr val="folHlink"/>
                        </a:buClr>
                        <a:buSzPct val="60000"/>
                        <a:buFont typeface="Wingdings" panose="05000000000000000000" pitchFamily="2" charset="2"/>
                        <a:defRPr sz="20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defRPr>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defRPr>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200" b="1" i="0" u="none" strike="noStrike" cap="none" normalizeH="0" baseline="0" smtClean="0">
                          <a:ln>
                            <a:noFill/>
                          </a:ln>
                          <a:solidFill>
                            <a:srgbClr val="002060"/>
                          </a:solidFill>
                          <a:effectLst/>
                          <a:latin typeface="Verdana" panose="020B0604030504040204" pitchFamily="34" charset="0"/>
                        </a:rPr>
                        <a:t>Remarques</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EFEFE"/>
                    </a:solidFill>
                  </a:tcPr>
                </a:tc>
                <a:tc>
                  <a:txBody>
                    <a:bodyPr/>
                    <a:lstStyle>
                      <a:lvl1pPr>
                        <a:spcBef>
                          <a:spcPct val="20000"/>
                        </a:spcBef>
                        <a:buClr>
                          <a:schemeClr val="hlink"/>
                        </a:buClr>
                        <a:buFont typeface="Wingdings" panose="05000000000000000000" pitchFamily="2" charset="2"/>
                        <a:defRPr sz="2400" b="1">
                          <a:solidFill>
                            <a:schemeClr val="hlink"/>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defRPr sz="2000">
                          <a:solidFill>
                            <a:schemeClr val="tx2"/>
                          </a:solidFill>
                          <a:latin typeface="Verdana" panose="020B0604030504040204" pitchFamily="34" charset="0"/>
                        </a:defRPr>
                      </a:lvl2pPr>
                      <a:lvl3pPr marL="1143000" indent="-228600">
                        <a:spcBef>
                          <a:spcPct val="20000"/>
                        </a:spcBef>
                        <a:buClr>
                          <a:schemeClr val="folHlink"/>
                        </a:buClr>
                        <a:buSzPct val="60000"/>
                        <a:buFont typeface="Wingdings" panose="05000000000000000000" pitchFamily="2" charset="2"/>
                        <a:defRPr sz="20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defRPr>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defRPr>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dirty="0" err="1" smtClean="0">
                          <a:ln>
                            <a:noFill/>
                          </a:ln>
                          <a:solidFill>
                            <a:srgbClr val="000066"/>
                          </a:solidFill>
                          <a:effectLst/>
                          <a:latin typeface="Verdana" panose="020B0604030504040204" pitchFamily="34" charset="0"/>
                        </a:rPr>
                        <a:t>Utilisation</a:t>
                      </a:r>
                      <a:r>
                        <a:rPr kumimoji="0" lang="en-US" sz="1200" b="0" i="0" u="none" strike="noStrike" cap="none" normalizeH="0" baseline="0" dirty="0" smtClean="0">
                          <a:ln>
                            <a:noFill/>
                          </a:ln>
                          <a:solidFill>
                            <a:srgbClr val="000066"/>
                          </a:solidFill>
                          <a:effectLst/>
                          <a:latin typeface="Verdana" panose="020B0604030504040204" pitchFamily="34" charset="0"/>
                        </a:rPr>
                        <a:t> d’un </a:t>
                      </a:r>
                      <a:r>
                        <a:rPr kumimoji="0" lang="en-US" sz="1200" b="0" i="0" u="none" strike="noStrike" cap="none" normalizeH="0" baseline="0" dirty="0" err="1" smtClean="0">
                          <a:ln>
                            <a:noFill/>
                          </a:ln>
                          <a:solidFill>
                            <a:srgbClr val="000066"/>
                          </a:solidFill>
                          <a:effectLst/>
                          <a:latin typeface="Verdana" panose="020B0604030504040204" pitchFamily="34" charset="0"/>
                        </a:rPr>
                        <a:t>modèle</a:t>
                      </a:r>
                      <a:endParaRPr kumimoji="0" lang="en-US" sz="1200" b="0" i="0" u="none" strike="noStrike" cap="none" normalizeH="0" baseline="0" dirty="0" smtClean="0">
                        <a:ln>
                          <a:noFill/>
                        </a:ln>
                        <a:solidFill>
                          <a:srgbClr val="000066"/>
                        </a:solidFill>
                        <a:effectLst/>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dirty="0" smtClean="0">
                          <a:ln>
                            <a:noFill/>
                          </a:ln>
                          <a:solidFill>
                            <a:srgbClr val="000066"/>
                          </a:solidFill>
                          <a:effectLst/>
                          <a:latin typeface="Verdana" panose="020B0604030504040204" pitchFamily="34" charset="0"/>
                        </a:rPr>
                        <a:t>Cases à </a:t>
                      </a:r>
                      <a:r>
                        <a:rPr kumimoji="0" lang="en-US" sz="1200" b="0" i="0" u="none" strike="noStrike" cap="none" normalizeH="0" baseline="0" dirty="0" err="1" smtClean="0">
                          <a:ln>
                            <a:noFill/>
                          </a:ln>
                          <a:solidFill>
                            <a:srgbClr val="000066"/>
                          </a:solidFill>
                          <a:effectLst/>
                          <a:latin typeface="Verdana" panose="020B0604030504040204" pitchFamily="34" charset="0"/>
                        </a:rPr>
                        <a:t>cocher</a:t>
                      </a:r>
                      <a:r>
                        <a:rPr kumimoji="0" lang="en-US" sz="1200" b="0" i="0" u="none" strike="noStrike" cap="none" normalizeH="0" baseline="0" dirty="0" smtClean="0">
                          <a:ln>
                            <a:noFill/>
                          </a:ln>
                          <a:solidFill>
                            <a:srgbClr val="000066"/>
                          </a:solidFill>
                          <a:effectLst/>
                          <a:latin typeface="Verdana" panose="020B0604030504040204" pitchFamily="34" charset="0"/>
                        </a:rPr>
                        <a:t> : urgent, </a:t>
                      </a:r>
                      <a:r>
                        <a:rPr kumimoji="0" lang="en-US" sz="1200" b="0" i="0" u="none" strike="noStrike" cap="none" normalizeH="0" baseline="0" dirty="0" err="1" smtClean="0">
                          <a:ln>
                            <a:noFill/>
                          </a:ln>
                          <a:solidFill>
                            <a:srgbClr val="000066"/>
                          </a:solidFill>
                          <a:effectLst/>
                          <a:latin typeface="Verdana" panose="020B0604030504040204" pitchFamily="34" charset="0"/>
                        </a:rPr>
                        <a:t>réponse</a:t>
                      </a:r>
                      <a:r>
                        <a:rPr kumimoji="0" lang="en-US" sz="1200" b="0" i="0" u="none" strike="noStrike" cap="none" normalizeH="0" baseline="0" dirty="0" smtClean="0">
                          <a:ln>
                            <a:noFill/>
                          </a:ln>
                          <a:solidFill>
                            <a:srgbClr val="000066"/>
                          </a:solidFill>
                          <a:effectLst/>
                          <a:latin typeface="Verdana" panose="020B0604030504040204" pitchFamily="34" charset="0"/>
                        </a:rPr>
                        <a:t>…</a:t>
                      </a:r>
                      <a:endParaRPr kumimoji="0" lang="en-US" sz="1200" b="0" i="0" u="none" strike="noStrike" cap="none" normalizeH="0" baseline="0" dirty="0" smtClean="0">
                        <a:ln>
                          <a:noFill/>
                        </a:ln>
                        <a:solidFill>
                          <a:srgbClr val="002060"/>
                        </a:solidFill>
                        <a:effectLst/>
                        <a:latin typeface="Verdana" panose="020B0604030504040204" pitchFamily="34"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EFEFE"/>
                    </a:solidFill>
                  </a:tcPr>
                </a:tc>
              </a:tr>
            </a:tbl>
          </a:graphicData>
        </a:graphic>
      </p:graphicFrame>
    </p:spTree>
    <p:extLst>
      <p:ext uri="{BB962C8B-B14F-4D97-AF65-F5344CB8AC3E}">
        <p14:creationId xmlns:p14="http://schemas.microsoft.com/office/powerpoint/2010/main" val="323375179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2"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slide(fromRigh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up)">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Le courrier électronique</a:t>
            </a:r>
            <a:endParaRPr lang="fr-FR" dirty="0"/>
          </a:p>
        </p:txBody>
      </p:sp>
      <p:sp>
        <p:nvSpPr>
          <p:cNvPr id="3" name="Espace réservé du contenu 2"/>
          <p:cNvSpPr>
            <a:spLocks noGrp="1"/>
          </p:cNvSpPr>
          <p:nvPr>
            <p:ph idx="1"/>
          </p:nvPr>
        </p:nvSpPr>
        <p:spPr/>
        <p:txBody>
          <a:bodyPr/>
          <a:lstStyle/>
          <a:p>
            <a:endParaRPr lang="fr-FR"/>
          </a:p>
        </p:txBody>
      </p:sp>
      <p:sp>
        <p:nvSpPr>
          <p:cNvPr id="4" name="Espace réservé du texte 3"/>
          <p:cNvSpPr>
            <a:spLocks noGrp="1"/>
          </p:cNvSpPr>
          <p:nvPr>
            <p:ph type="body" sz="half" idx="2"/>
          </p:nvPr>
        </p:nvSpPr>
        <p:spPr/>
        <p:txBody>
          <a:bodyPr/>
          <a:lstStyle/>
          <a:p>
            <a:endParaRPr lang="fr-FR" dirty="0"/>
          </a:p>
        </p:txBody>
      </p:sp>
      <p:pic>
        <p:nvPicPr>
          <p:cNvPr id="5" name="Picture 2" descr="http://media.ooreka.fr/public/image/ordi-mail2-preview-819332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4954" y="2895600"/>
            <a:ext cx="2793159" cy="3124200"/>
          </a:xfrm>
          <a:prstGeom prst="rect">
            <a:avLst/>
          </a:prstGeom>
          <a:noFill/>
          <a:extLst>
            <a:ext uri="{909E8E84-426E-40DD-AFC4-6F175D3DCCD1}">
              <a14:hiddenFill xmlns:a14="http://schemas.microsoft.com/office/drawing/2010/main">
                <a:solidFill>
                  <a:srgbClr val="FFFFFF"/>
                </a:solidFill>
              </a14:hiddenFill>
            </a:ext>
          </a:extLst>
        </p:spPr>
      </p:pic>
      <p:pic>
        <p:nvPicPr>
          <p:cNvPr id="6" name="Image 5"/>
          <p:cNvPicPr>
            <a:picLocks noChangeAspect="1"/>
          </p:cNvPicPr>
          <p:nvPr/>
        </p:nvPicPr>
        <p:blipFill rotWithShape="1">
          <a:blip r:embed="rId3">
            <a:extLst>
              <a:ext uri="{28A0092B-C50C-407E-A947-70E740481C1C}">
                <a14:useLocalDpi xmlns:a14="http://schemas.microsoft.com/office/drawing/2010/main" val="0"/>
              </a:ext>
            </a:extLst>
          </a:blip>
          <a:srcRect l="64700" t="29000" r="1700" b="39500"/>
          <a:stretch/>
        </p:blipFill>
        <p:spPr>
          <a:xfrm>
            <a:off x="8332316" y="2462522"/>
            <a:ext cx="3312368" cy="3105345"/>
          </a:xfrm>
          <a:prstGeom prst="rect">
            <a:avLst/>
          </a:prstGeom>
        </p:spPr>
      </p:pic>
    </p:spTree>
    <p:extLst>
      <p:ext uri="{BB962C8B-B14F-4D97-AF65-F5344CB8AC3E}">
        <p14:creationId xmlns:p14="http://schemas.microsoft.com/office/powerpoint/2010/main" val="2340441316"/>
      </p:ext>
    </p:extLst>
  </p:cSld>
  <p:clrMapOvr>
    <a:masterClrMapping/>
  </p:clrMapOvr>
  <p:transition spd="slow">
    <p:push dir="u"/>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COURRIER ELECTRONIQUE</a:t>
            </a:r>
            <a:endParaRPr lang="fr-FR" dirty="0"/>
          </a:p>
        </p:txBody>
      </p:sp>
      <p:sp>
        <p:nvSpPr>
          <p:cNvPr id="3" name="Espace réservé du contenu 2"/>
          <p:cNvSpPr>
            <a:spLocks noGrp="1"/>
          </p:cNvSpPr>
          <p:nvPr>
            <p:ph idx="1"/>
          </p:nvPr>
        </p:nvSpPr>
        <p:spPr>
          <a:xfrm>
            <a:off x="614363" y="2574925"/>
            <a:ext cx="10944224" cy="3416300"/>
          </a:xfrm>
        </p:spPr>
        <p:txBody>
          <a:bodyPr>
            <a:normAutofit/>
          </a:bodyPr>
          <a:lstStyle/>
          <a:p>
            <a:pPr algn="just"/>
            <a:r>
              <a:rPr lang="fr-FR" sz="2400" dirty="0"/>
              <a:t>E-mail (</a:t>
            </a:r>
            <a:r>
              <a:rPr lang="fr-FR" sz="2400" dirty="0" err="1"/>
              <a:t>electronic</a:t>
            </a:r>
            <a:r>
              <a:rPr lang="fr-FR" sz="2400" dirty="0"/>
              <a:t> mail en anglais) c’est le service de transfert de messages entre les utilisateurs d'un réseau informatique. </a:t>
            </a:r>
          </a:p>
          <a:p>
            <a:pPr algn="just"/>
            <a:endParaRPr lang="fr-FR" sz="2400" dirty="0"/>
          </a:p>
          <a:p>
            <a:pPr algn="just"/>
            <a:r>
              <a:rPr lang="fr-FR" sz="2400" dirty="0"/>
              <a:t>C’est une adresse Internet qui permet d’envoyer des messages et tous types de documents (fichiers, images, son, animations </a:t>
            </a:r>
            <a:r>
              <a:rPr lang="fr-FR" sz="2400" dirty="0" err="1"/>
              <a:t>etc</a:t>
            </a:r>
            <a:r>
              <a:rPr lang="fr-FR" sz="2400" dirty="0"/>
              <a:t> …)</a:t>
            </a:r>
          </a:p>
          <a:p>
            <a:endParaRPr lang="fr-FR" sz="2400" dirty="0"/>
          </a:p>
        </p:txBody>
      </p:sp>
    </p:spTree>
    <p:extLst>
      <p:ext uri="{BB962C8B-B14F-4D97-AF65-F5344CB8AC3E}">
        <p14:creationId xmlns:p14="http://schemas.microsoft.com/office/powerpoint/2010/main" val="407979852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24942" y="268496"/>
            <a:ext cx="10772775" cy="1658198"/>
          </a:xfrm>
        </p:spPr>
        <p:txBody>
          <a:bodyPr/>
          <a:lstStyle/>
          <a:p>
            <a:r>
              <a:rPr lang="fr-FR" dirty="0" smtClean="0"/>
              <a:t>PRÉSENTATION D’UN COURRIER ÉLECTRONIQUE</a:t>
            </a:r>
            <a:endParaRPr lang="fr-FR" dirty="0"/>
          </a:p>
        </p:txBody>
      </p:sp>
      <p:pic>
        <p:nvPicPr>
          <p:cNvPr id="7"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3818" y="2341031"/>
            <a:ext cx="3806033" cy="4059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8" name="Tableau 7"/>
          <p:cNvGraphicFramePr>
            <a:graphicFrameLocks noGrp="1"/>
          </p:cNvGraphicFramePr>
          <p:nvPr>
            <p:extLst>
              <p:ext uri="{D42A27DB-BD31-4B8C-83A1-F6EECF244321}">
                <p14:modId xmlns:p14="http://schemas.microsoft.com/office/powerpoint/2010/main" val="3181248700"/>
              </p:ext>
            </p:extLst>
          </p:nvPr>
        </p:nvGraphicFramePr>
        <p:xfrm>
          <a:off x="6940014" y="2376485"/>
          <a:ext cx="4286250" cy="4338640"/>
        </p:xfrm>
        <a:graphic>
          <a:graphicData uri="http://schemas.openxmlformats.org/drawingml/2006/table">
            <a:tbl>
              <a:tblPr/>
              <a:tblGrid>
                <a:gridCol w="1301750"/>
                <a:gridCol w="2984500"/>
              </a:tblGrid>
              <a:tr h="509588">
                <a:tc>
                  <a:txBody>
                    <a:bodyPr/>
                    <a:lstStyle>
                      <a:lvl1pPr>
                        <a:spcBef>
                          <a:spcPct val="20000"/>
                        </a:spcBef>
                        <a:buClr>
                          <a:schemeClr val="hlink"/>
                        </a:buClr>
                        <a:buFont typeface="Wingdings" panose="05000000000000000000" pitchFamily="2" charset="2"/>
                        <a:defRPr sz="2400" b="1">
                          <a:solidFill>
                            <a:schemeClr val="hlink"/>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defRPr sz="2000">
                          <a:solidFill>
                            <a:schemeClr val="tx2"/>
                          </a:solidFill>
                          <a:latin typeface="Verdana" panose="020B0604030504040204" pitchFamily="34" charset="0"/>
                        </a:defRPr>
                      </a:lvl2pPr>
                      <a:lvl3pPr marL="1143000" indent="-228600">
                        <a:spcBef>
                          <a:spcPct val="20000"/>
                        </a:spcBef>
                        <a:buClr>
                          <a:schemeClr val="folHlink"/>
                        </a:buClr>
                        <a:buSzPct val="60000"/>
                        <a:buFont typeface="Wingdings" panose="05000000000000000000" pitchFamily="2" charset="2"/>
                        <a:defRPr sz="20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defRPr>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defRPr>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200" b="1" i="0" u="none" strike="noStrike" cap="none" normalizeH="0" baseline="0" dirty="0" smtClean="0">
                          <a:ln>
                            <a:noFill/>
                          </a:ln>
                          <a:solidFill>
                            <a:srgbClr val="002060"/>
                          </a:solidFill>
                          <a:effectLst/>
                          <a:latin typeface="Verdana" panose="020B0604030504040204" pitchFamily="34" charset="0"/>
                        </a:rPr>
                        <a:t>En-tête</a:t>
                      </a:r>
                    </a:p>
                  </a:txBody>
                  <a:tcPr marL="91439" marR="91439" marT="45719" marB="45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EFEFE"/>
                    </a:solidFill>
                  </a:tcPr>
                </a:tc>
                <a:tc>
                  <a:txBody>
                    <a:bodyPr/>
                    <a:lstStyle>
                      <a:lvl1pPr>
                        <a:spcBef>
                          <a:spcPct val="20000"/>
                        </a:spcBef>
                        <a:buClr>
                          <a:schemeClr val="hlink"/>
                        </a:buClr>
                        <a:buFont typeface="Wingdings" panose="05000000000000000000" pitchFamily="2" charset="2"/>
                        <a:defRPr sz="2400" b="1">
                          <a:solidFill>
                            <a:schemeClr val="hlink"/>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defRPr sz="2000">
                          <a:solidFill>
                            <a:schemeClr val="tx2"/>
                          </a:solidFill>
                          <a:latin typeface="Verdana" panose="020B0604030504040204" pitchFamily="34" charset="0"/>
                        </a:defRPr>
                      </a:lvl2pPr>
                      <a:lvl3pPr marL="1143000" indent="-228600">
                        <a:spcBef>
                          <a:spcPct val="20000"/>
                        </a:spcBef>
                        <a:buClr>
                          <a:schemeClr val="folHlink"/>
                        </a:buClr>
                        <a:buSzPct val="60000"/>
                        <a:buFont typeface="Wingdings" panose="05000000000000000000" pitchFamily="2" charset="2"/>
                        <a:defRPr sz="20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defRPr>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defRPr>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smtClean="0">
                          <a:ln>
                            <a:noFill/>
                          </a:ln>
                          <a:solidFill>
                            <a:srgbClr val="002060"/>
                          </a:solidFill>
                          <a:effectLst/>
                          <a:latin typeface="Verdana" panose="020B0604030504040204" pitchFamily="34" charset="0"/>
                        </a:rPr>
                        <a:t>Émetteur (automatique), destinataire, objet</a:t>
                      </a:r>
                    </a:p>
                  </a:txBody>
                  <a:tcPr marL="91439" marR="91439" marT="45719" marB="45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EFEFE"/>
                    </a:solidFill>
                  </a:tcPr>
                </a:tc>
              </a:tr>
              <a:tr h="1179513">
                <a:tc>
                  <a:txBody>
                    <a:bodyPr/>
                    <a:lstStyle>
                      <a:lvl1pPr>
                        <a:spcBef>
                          <a:spcPct val="20000"/>
                        </a:spcBef>
                        <a:buClr>
                          <a:schemeClr val="hlink"/>
                        </a:buClr>
                        <a:buFont typeface="Wingdings" panose="05000000000000000000" pitchFamily="2" charset="2"/>
                        <a:defRPr sz="2400" b="1">
                          <a:solidFill>
                            <a:schemeClr val="hlink"/>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defRPr sz="2000">
                          <a:solidFill>
                            <a:schemeClr val="tx2"/>
                          </a:solidFill>
                          <a:latin typeface="Verdana" panose="020B0604030504040204" pitchFamily="34" charset="0"/>
                        </a:defRPr>
                      </a:lvl2pPr>
                      <a:lvl3pPr marL="1143000" indent="-228600">
                        <a:spcBef>
                          <a:spcPct val="20000"/>
                        </a:spcBef>
                        <a:buClr>
                          <a:schemeClr val="folHlink"/>
                        </a:buClr>
                        <a:buSzPct val="60000"/>
                        <a:buFont typeface="Wingdings" panose="05000000000000000000" pitchFamily="2" charset="2"/>
                        <a:defRPr sz="20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defRPr>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defRPr>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200" b="1" i="0" u="none" strike="noStrike" cap="none" normalizeH="0" baseline="0" smtClean="0">
                          <a:ln>
                            <a:noFill/>
                          </a:ln>
                          <a:solidFill>
                            <a:srgbClr val="002060"/>
                          </a:solidFill>
                          <a:effectLst/>
                          <a:latin typeface="Verdana" panose="020B0604030504040204" pitchFamily="34" charset="0"/>
                        </a:rPr>
                        <a:t>Titre civilité</a:t>
                      </a:r>
                    </a:p>
                    <a:p>
                      <a:pPr marL="0" marR="0" lvl="0" indent="0" algn="l" defTabSz="914400" rtl="0" eaLnBrk="1" fontAlgn="base" latinLnBrk="0" hangingPunct="1">
                        <a:lnSpc>
                          <a:spcPct val="100000"/>
                        </a:lnSpc>
                        <a:spcBef>
                          <a:spcPct val="0"/>
                        </a:spcBef>
                        <a:spcAft>
                          <a:spcPct val="0"/>
                        </a:spcAft>
                        <a:buClrTx/>
                        <a:buSzTx/>
                        <a:buFontTx/>
                        <a:buNone/>
                        <a:tabLst/>
                      </a:pPr>
                      <a:r>
                        <a:rPr kumimoji="0" lang="fr-FR" sz="1200" b="1" i="0" u="none" strike="noStrike" cap="none" normalizeH="0" baseline="0" smtClean="0">
                          <a:ln>
                            <a:noFill/>
                          </a:ln>
                          <a:solidFill>
                            <a:srgbClr val="002060"/>
                          </a:solidFill>
                          <a:effectLst/>
                          <a:latin typeface="Verdana" panose="020B0604030504040204" pitchFamily="34" charset="0"/>
                        </a:rPr>
                        <a:t>FDP</a:t>
                      </a:r>
                    </a:p>
                  </a:txBody>
                  <a:tcPr marL="91439" marR="91439" marT="45719" marB="45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EFEFE"/>
                    </a:solidFill>
                  </a:tcPr>
                </a:tc>
                <a:tc>
                  <a:txBody>
                    <a:bodyPr/>
                    <a:lstStyle>
                      <a:lvl1pPr>
                        <a:spcBef>
                          <a:spcPct val="20000"/>
                        </a:spcBef>
                        <a:buClr>
                          <a:schemeClr val="hlink"/>
                        </a:buClr>
                        <a:buFont typeface="Wingdings" panose="05000000000000000000" pitchFamily="2" charset="2"/>
                        <a:defRPr sz="2400" b="1">
                          <a:solidFill>
                            <a:schemeClr val="hlink"/>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defRPr sz="2000">
                          <a:solidFill>
                            <a:schemeClr val="tx2"/>
                          </a:solidFill>
                          <a:latin typeface="Verdana" panose="020B0604030504040204" pitchFamily="34" charset="0"/>
                        </a:defRPr>
                      </a:lvl2pPr>
                      <a:lvl3pPr marL="1143000" indent="-228600">
                        <a:spcBef>
                          <a:spcPct val="20000"/>
                        </a:spcBef>
                        <a:buClr>
                          <a:schemeClr val="folHlink"/>
                        </a:buClr>
                        <a:buSzPct val="60000"/>
                        <a:buFont typeface="Wingdings" panose="05000000000000000000" pitchFamily="2" charset="2"/>
                        <a:defRPr sz="20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defRPr>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defRPr>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200" b="0" i="0" u="none" strike="noStrike" cap="none" normalizeH="0" baseline="0" dirty="0" smtClean="0">
                          <a:ln>
                            <a:noFill/>
                          </a:ln>
                          <a:solidFill>
                            <a:srgbClr val="002060"/>
                          </a:solidFill>
                          <a:effectLst/>
                          <a:latin typeface="Verdana" panose="020B0604030504040204" pitchFamily="34" charset="0"/>
                        </a:rPr>
                        <a:t>Bonjour</a:t>
                      </a:r>
                    </a:p>
                    <a:p>
                      <a:pPr marL="0" marR="0" lvl="0" indent="0" algn="l" defTabSz="914400" rtl="0" eaLnBrk="1" fontAlgn="base" latinLnBrk="0" hangingPunct="1">
                        <a:lnSpc>
                          <a:spcPct val="100000"/>
                        </a:lnSpc>
                        <a:spcBef>
                          <a:spcPct val="0"/>
                        </a:spcBef>
                        <a:spcAft>
                          <a:spcPct val="0"/>
                        </a:spcAft>
                        <a:buClrTx/>
                        <a:buSzTx/>
                        <a:buFontTx/>
                        <a:buNone/>
                        <a:tabLst/>
                      </a:pPr>
                      <a:r>
                        <a:rPr kumimoji="0" lang="fr-FR" sz="1200" b="0" i="0" u="none" strike="noStrike" cap="none" normalizeH="0" baseline="0" dirty="0" smtClean="0">
                          <a:ln>
                            <a:noFill/>
                          </a:ln>
                          <a:solidFill>
                            <a:srgbClr val="002060"/>
                          </a:solidFill>
                          <a:effectLst/>
                          <a:latin typeface="Verdana" panose="020B0604030504040204" pitchFamily="34" charset="0"/>
                        </a:rPr>
                        <a:t>Cordialement ou Salutations</a:t>
                      </a:r>
                    </a:p>
                    <a:p>
                      <a:pPr marL="0" marR="0" lvl="0" indent="0" algn="l" defTabSz="914400" rtl="0" eaLnBrk="1" fontAlgn="base" latinLnBrk="0" hangingPunct="1">
                        <a:lnSpc>
                          <a:spcPct val="100000"/>
                        </a:lnSpc>
                        <a:spcBef>
                          <a:spcPct val="0"/>
                        </a:spcBef>
                        <a:spcAft>
                          <a:spcPct val="0"/>
                        </a:spcAft>
                        <a:buClrTx/>
                        <a:buSzTx/>
                        <a:buFontTx/>
                        <a:buNone/>
                        <a:tabLst/>
                      </a:pPr>
                      <a:r>
                        <a:rPr kumimoji="0" lang="fr-FR" sz="1200" b="0" i="0" u="none" strike="noStrike" cap="none" normalizeH="0" baseline="0" dirty="0" smtClean="0">
                          <a:ln>
                            <a:noFill/>
                          </a:ln>
                          <a:solidFill>
                            <a:srgbClr val="002060"/>
                          </a:solidFill>
                          <a:effectLst/>
                          <a:latin typeface="Verdana" panose="020B0604030504040204" pitchFamily="34" charset="0"/>
                        </a:rPr>
                        <a:t>(à adapter selon le correspondant : une formule de politesse complète est parfois nécessaire)</a:t>
                      </a:r>
                    </a:p>
                  </a:txBody>
                  <a:tcPr marL="91439" marR="91439" marT="45719" marB="45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EFEFE"/>
                    </a:solidFill>
                  </a:tcPr>
                </a:tc>
              </a:tr>
              <a:tr h="493713">
                <a:tc>
                  <a:txBody>
                    <a:bodyPr/>
                    <a:lstStyle>
                      <a:lvl1pPr>
                        <a:spcBef>
                          <a:spcPct val="20000"/>
                        </a:spcBef>
                        <a:buClr>
                          <a:schemeClr val="hlink"/>
                        </a:buClr>
                        <a:buFont typeface="Wingdings" panose="05000000000000000000" pitchFamily="2" charset="2"/>
                        <a:defRPr sz="2400" b="1">
                          <a:solidFill>
                            <a:schemeClr val="hlink"/>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defRPr sz="2000">
                          <a:solidFill>
                            <a:schemeClr val="tx2"/>
                          </a:solidFill>
                          <a:latin typeface="Verdana" panose="020B0604030504040204" pitchFamily="34" charset="0"/>
                        </a:defRPr>
                      </a:lvl2pPr>
                      <a:lvl3pPr marL="1143000" indent="-228600">
                        <a:spcBef>
                          <a:spcPct val="20000"/>
                        </a:spcBef>
                        <a:buClr>
                          <a:schemeClr val="folHlink"/>
                        </a:buClr>
                        <a:buSzPct val="60000"/>
                        <a:buFont typeface="Wingdings" panose="05000000000000000000" pitchFamily="2" charset="2"/>
                        <a:defRPr sz="20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defRPr>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defRPr>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200" b="1" i="0" u="none" strike="noStrike" cap="none" normalizeH="0" baseline="0" smtClean="0">
                          <a:ln>
                            <a:noFill/>
                          </a:ln>
                          <a:solidFill>
                            <a:srgbClr val="002060"/>
                          </a:solidFill>
                          <a:effectLst/>
                          <a:latin typeface="Verdana" panose="020B0604030504040204" pitchFamily="34" charset="0"/>
                        </a:rPr>
                        <a:t>Contenu</a:t>
                      </a:r>
                    </a:p>
                  </a:txBody>
                  <a:tcPr marL="91439" marR="91439" marT="45719" marB="45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EFEFE"/>
                    </a:solidFill>
                  </a:tcPr>
                </a:tc>
                <a:tc>
                  <a:txBody>
                    <a:bodyPr/>
                    <a:lstStyle>
                      <a:lvl1pPr>
                        <a:spcBef>
                          <a:spcPct val="20000"/>
                        </a:spcBef>
                        <a:buClr>
                          <a:schemeClr val="hlink"/>
                        </a:buClr>
                        <a:buFont typeface="Wingdings" panose="05000000000000000000" pitchFamily="2" charset="2"/>
                        <a:defRPr sz="2400" b="1">
                          <a:solidFill>
                            <a:schemeClr val="hlink"/>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defRPr sz="2000">
                          <a:solidFill>
                            <a:schemeClr val="tx2"/>
                          </a:solidFill>
                          <a:latin typeface="Verdana" panose="020B0604030504040204" pitchFamily="34" charset="0"/>
                        </a:defRPr>
                      </a:lvl2pPr>
                      <a:lvl3pPr marL="1143000" indent="-228600">
                        <a:spcBef>
                          <a:spcPct val="20000"/>
                        </a:spcBef>
                        <a:buClr>
                          <a:schemeClr val="folHlink"/>
                        </a:buClr>
                        <a:buSzPct val="60000"/>
                        <a:buFont typeface="Wingdings" panose="05000000000000000000" pitchFamily="2" charset="2"/>
                        <a:defRPr sz="20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defRPr>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defRPr>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200" b="0" i="0" u="none" strike="noStrike" cap="none" normalizeH="0" baseline="0" smtClean="0">
                          <a:ln>
                            <a:noFill/>
                          </a:ln>
                          <a:solidFill>
                            <a:srgbClr val="002060"/>
                          </a:solidFill>
                          <a:effectLst/>
                          <a:latin typeface="Verdana" panose="020B0604030504040204" pitchFamily="34" charset="0"/>
                        </a:rPr>
                        <a:t>Très bref, idées essentielles</a:t>
                      </a:r>
                    </a:p>
                  </a:txBody>
                  <a:tcPr marL="91439" marR="91439" marT="45719" marB="45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EFEFE"/>
                    </a:solidFill>
                  </a:tcPr>
                </a:tc>
              </a:tr>
              <a:tr h="728663">
                <a:tc>
                  <a:txBody>
                    <a:bodyPr/>
                    <a:lstStyle>
                      <a:lvl1pPr>
                        <a:spcBef>
                          <a:spcPct val="20000"/>
                        </a:spcBef>
                        <a:buClr>
                          <a:schemeClr val="hlink"/>
                        </a:buClr>
                        <a:buFont typeface="Wingdings" panose="05000000000000000000" pitchFamily="2" charset="2"/>
                        <a:defRPr sz="2400" b="1">
                          <a:solidFill>
                            <a:schemeClr val="hlink"/>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defRPr sz="2000">
                          <a:solidFill>
                            <a:schemeClr val="tx2"/>
                          </a:solidFill>
                          <a:latin typeface="Verdana" panose="020B0604030504040204" pitchFamily="34" charset="0"/>
                        </a:defRPr>
                      </a:lvl2pPr>
                      <a:lvl3pPr marL="1143000" indent="-228600">
                        <a:spcBef>
                          <a:spcPct val="20000"/>
                        </a:spcBef>
                        <a:buClr>
                          <a:schemeClr val="folHlink"/>
                        </a:buClr>
                        <a:buSzPct val="60000"/>
                        <a:buFont typeface="Wingdings" panose="05000000000000000000" pitchFamily="2" charset="2"/>
                        <a:defRPr sz="20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defRPr>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defRPr>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200" b="1" i="0" u="none" strike="noStrike" cap="none" normalizeH="0" baseline="0" smtClean="0">
                          <a:ln>
                            <a:noFill/>
                          </a:ln>
                          <a:solidFill>
                            <a:srgbClr val="002060"/>
                          </a:solidFill>
                          <a:effectLst/>
                          <a:latin typeface="Verdana" panose="020B0604030504040204" pitchFamily="34" charset="0"/>
                        </a:rPr>
                        <a:t>Signataire</a:t>
                      </a:r>
                    </a:p>
                  </a:txBody>
                  <a:tcPr marL="91439" marR="91439" marT="45719" marB="45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EFEFE"/>
                    </a:solidFill>
                  </a:tcPr>
                </a:tc>
                <a:tc>
                  <a:txBody>
                    <a:bodyPr/>
                    <a:lstStyle>
                      <a:lvl1pPr>
                        <a:spcBef>
                          <a:spcPct val="20000"/>
                        </a:spcBef>
                        <a:buClr>
                          <a:schemeClr val="hlink"/>
                        </a:buClr>
                        <a:buFont typeface="Wingdings" panose="05000000000000000000" pitchFamily="2" charset="2"/>
                        <a:defRPr sz="2400" b="1">
                          <a:solidFill>
                            <a:schemeClr val="hlink"/>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defRPr sz="2000">
                          <a:solidFill>
                            <a:schemeClr val="tx2"/>
                          </a:solidFill>
                          <a:latin typeface="Verdana" panose="020B0604030504040204" pitchFamily="34" charset="0"/>
                        </a:defRPr>
                      </a:lvl2pPr>
                      <a:lvl3pPr marL="1143000" indent="-228600">
                        <a:spcBef>
                          <a:spcPct val="20000"/>
                        </a:spcBef>
                        <a:buClr>
                          <a:schemeClr val="folHlink"/>
                        </a:buClr>
                        <a:buSzPct val="60000"/>
                        <a:buFont typeface="Wingdings" panose="05000000000000000000" pitchFamily="2" charset="2"/>
                        <a:defRPr sz="20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defRPr>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defRPr>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smtClean="0">
                          <a:ln>
                            <a:noFill/>
                          </a:ln>
                          <a:solidFill>
                            <a:srgbClr val="002060"/>
                          </a:solidFill>
                          <a:effectLst/>
                          <a:latin typeface="Verdana" panose="020B0604030504040204" pitchFamily="34" charset="0"/>
                        </a:rPr>
                        <a:t>Prénom Nom et fonction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smtClean="0">
                          <a:ln>
                            <a:noFill/>
                          </a:ln>
                          <a:solidFill>
                            <a:srgbClr val="002060"/>
                          </a:solidFill>
                          <a:effectLst/>
                          <a:latin typeface="Verdana" panose="020B0604030504040204" pitchFamily="34" charset="0"/>
                        </a:rPr>
                        <a:t>Possibilité de créer une signature automatique</a:t>
                      </a:r>
                    </a:p>
                  </a:txBody>
                  <a:tcPr marL="91439" marR="91439" marT="45719" marB="45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EFEFE"/>
                    </a:solidFill>
                  </a:tcPr>
                </a:tc>
              </a:tr>
              <a:tr h="490538">
                <a:tc>
                  <a:txBody>
                    <a:bodyPr/>
                    <a:lstStyle>
                      <a:lvl1pPr>
                        <a:spcBef>
                          <a:spcPct val="20000"/>
                        </a:spcBef>
                        <a:buClr>
                          <a:schemeClr val="hlink"/>
                        </a:buClr>
                        <a:buFont typeface="Wingdings" panose="05000000000000000000" pitchFamily="2" charset="2"/>
                        <a:defRPr sz="2400" b="1">
                          <a:solidFill>
                            <a:schemeClr val="hlink"/>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defRPr sz="2000">
                          <a:solidFill>
                            <a:schemeClr val="tx2"/>
                          </a:solidFill>
                          <a:latin typeface="Verdana" panose="020B0604030504040204" pitchFamily="34" charset="0"/>
                        </a:defRPr>
                      </a:lvl2pPr>
                      <a:lvl3pPr marL="1143000" indent="-228600">
                        <a:spcBef>
                          <a:spcPct val="20000"/>
                        </a:spcBef>
                        <a:buClr>
                          <a:schemeClr val="folHlink"/>
                        </a:buClr>
                        <a:buSzPct val="60000"/>
                        <a:buFont typeface="Wingdings" panose="05000000000000000000" pitchFamily="2" charset="2"/>
                        <a:defRPr sz="20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defRPr>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defRPr>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200" b="1" i="0" u="none" strike="noStrike" cap="none" normalizeH="0" baseline="0" smtClean="0">
                          <a:ln>
                            <a:noFill/>
                          </a:ln>
                          <a:solidFill>
                            <a:srgbClr val="002060"/>
                          </a:solidFill>
                          <a:effectLst/>
                          <a:latin typeface="Verdana" panose="020B0604030504040204" pitchFamily="34" charset="0"/>
                        </a:rPr>
                        <a:t>Style</a:t>
                      </a:r>
                    </a:p>
                  </a:txBody>
                  <a:tcPr marL="91439" marR="91439" marT="45719" marB="45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EFEFE"/>
                    </a:solidFill>
                  </a:tcPr>
                </a:tc>
                <a:tc>
                  <a:txBody>
                    <a:bodyPr/>
                    <a:lstStyle>
                      <a:lvl1pPr>
                        <a:spcBef>
                          <a:spcPct val="20000"/>
                        </a:spcBef>
                        <a:buClr>
                          <a:schemeClr val="hlink"/>
                        </a:buClr>
                        <a:buFont typeface="Wingdings" panose="05000000000000000000" pitchFamily="2" charset="2"/>
                        <a:defRPr sz="2400" b="1">
                          <a:solidFill>
                            <a:schemeClr val="hlink"/>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defRPr sz="2000">
                          <a:solidFill>
                            <a:schemeClr val="tx2"/>
                          </a:solidFill>
                          <a:latin typeface="Verdana" panose="020B0604030504040204" pitchFamily="34" charset="0"/>
                        </a:defRPr>
                      </a:lvl2pPr>
                      <a:lvl3pPr marL="1143000" indent="-228600">
                        <a:spcBef>
                          <a:spcPct val="20000"/>
                        </a:spcBef>
                        <a:buClr>
                          <a:schemeClr val="folHlink"/>
                        </a:buClr>
                        <a:buSzPct val="60000"/>
                        <a:buFont typeface="Wingdings" panose="05000000000000000000" pitchFamily="2" charset="2"/>
                        <a:defRPr sz="20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defRPr>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defRPr>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smtClean="0">
                          <a:ln>
                            <a:noFill/>
                          </a:ln>
                          <a:solidFill>
                            <a:srgbClr val="002060"/>
                          </a:solidFill>
                          <a:effectLst/>
                          <a:latin typeface="Verdana" panose="020B0604030504040204" pitchFamily="34" charset="0"/>
                        </a:rPr>
                        <a:t>Direct, clair, concis</a:t>
                      </a:r>
                    </a:p>
                  </a:txBody>
                  <a:tcPr marL="91439" marR="91439" marT="45719" marB="45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EFEFE"/>
                    </a:solidFill>
                  </a:tcPr>
                </a:tc>
              </a:tr>
              <a:tr h="936625">
                <a:tc>
                  <a:txBody>
                    <a:bodyPr/>
                    <a:lstStyle>
                      <a:lvl1pPr>
                        <a:spcBef>
                          <a:spcPct val="20000"/>
                        </a:spcBef>
                        <a:buClr>
                          <a:schemeClr val="hlink"/>
                        </a:buClr>
                        <a:buFont typeface="Wingdings" panose="05000000000000000000" pitchFamily="2" charset="2"/>
                        <a:defRPr sz="2400" b="1">
                          <a:solidFill>
                            <a:schemeClr val="hlink"/>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defRPr sz="2000">
                          <a:solidFill>
                            <a:schemeClr val="tx2"/>
                          </a:solidFill>
                          <a:latin typeface="Verdana" panose="020B0604030504040204" pitchFamily="34" charset="0"/>
                        </a:defRPr>
                      </a:lvl2pPr>
                      <a:lvl3pPr marL="1143000" indent="-228600">
                        <a:spcBef>
                          <a:spcPct val="20000"/>
                        </a:spcBef>
                        <a:buClr>
                          <a:schemeClr val="folHlink"/>
                        </a:buClr>
                        <a:buSzPct val="60000"/>
                        <a:buFont typeface="Wingdings" panose="05000000000000000000" pitchFamily="2" charset="2"/>
                        <a:defRPr sz="20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defRPr>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defRPr>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200" b="1" i="0" u="none" strike="noStrike" cap="none" normalizeH="0" baseline="0" smtClean="0">
                          <a:ln>
                            <a:noFill/>
                          </a:ln>
                          <a:solidFill>
                            <a:srgbClr val="002060"/>
                          </a:solidFill>
                          <a:effectLst/>
                          <a:latin typeface="Verdana" panose="020B0604030504040204" pitchFamily="34" charset="0"/>
                        </a:rPr>
                        <a:t>Remarques</a:t>
                      </a:r>
                    </a:p>
                  </a:txBody>
                  <a:tcPr marL="91439" marR="91439" marT="45719" marB="45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EFEFE"/>
                    </a:solidFill>
                  </a:tcPr>
                </a:tc>
                <a:tc>
                  <a:txBody>
                    <a:bodyPr/>
                    <a:lstStyle>
                      <a:lvl1pPr>
                        <a:spcBef>
                          <a:spcPct val="20000"/>
                        </a:spcBef>
                        <a:buClr>
                          <a:schemeClr val="hlink"/>
                        </a:buClr>
                        <a:buFont typeface="Wingdings" panose="05000000000000000000" pitchFamily="2" charset="2"/>
                        <a:defRPr sz="2400" b="1">
                          <a:solidFill>
                            <a:schemeClr val="hlink"/>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defRPr sz="2000">
                          <a:solidFill>
                            <a:schemeClr val="tx2"/>
                          </a:solidFill>
                          <a:latin typeface="Verdana" panose="020B0604030504040204" pitchFamily="34" charset="0"/>
                        </a:defRPr>
                      </a:lvl2pPr>
                      <a:lvl3pPr marL="1143000" indent="-228600">
                        <a:spcBef>
                          <a:spcPct val="20000"/>
                        </a:spcBef>
                        <a:buClr>
                          <a:schemeClr val="folHlink"/>
                        </a:buClr>
                        <a:buSzPct val="60000"/>
                        <a:buFont typeface="Wingdings" panose="05000000000000000000" pitchFamily="2" charset="2"/>
                        <a:defRPr sz="20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defRPr>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defRPr>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defRPr>
                          <a:solidFill>
                            <a:schemeClr val="tx2"/>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dirty="0" err="1" smtClean="0">
                          <a:ln>
                            <a:noFill/>
                          </a:ln>
                          <a:solidFill>
                            <a:srgbClr val="002060"/>
                          </a:solidFill>
                          <a:effectLst/>
                          <a:latin typeface="Verdana" panose="020B0604030504040204" pitchFamily="34" charset="0"/>
                        </a:rPr>
                        <a:t>Fonctions</a:t>
                      </a:r>
                      <a:r>
                        <a:rPr kumimoji="0" lang="en-US" sz="1200" b="0" i="0" u="none" strike="noStrike" cap="none" normalizeH="0" baseline="0" dirty="0" smtClean="0">
                          <a:ln>
                            <a:noFill/>
                          </a:ln>
                          <a:solidFill>
                            <a:srgbClr val="002060"/>
                          </a:solidFill>
                          <a:effectLst/>
                          <a:latin typeface="Verdana" panose="020B0604030504040204" pitchFamily="34" charset="0"/>
                        </a:rPr>
                        <a:t> : </a:t>
                      </a:r>
                      <a:r>
                        <a:rPr kumimoji="0" lang="en-US" sz="1200" b="0" i="0" u="none" strike="noStrike" cap="none" normalizeH="0" baseline="0" dirty="0" err="1" smtClean="0">
                          <a:ln>
                            <a:noFill/>
                          </a:ln>
                          <a:solidFill>
                            <a:srgbClr val="002060"/>
                          </a:solidFill>
                          <a:effectLst/>
                          <a:latin typeface="Verdana" panose="020B0604030504040204" pitchFamily="34" charset="0"/>
                        </a:rPr>
                        <a:t>Répondre</a:t>
                      </a:r>
                      <a:r>
                        <a:rPr kumimoji="0" lang="en-US" sz="1200" b="0" i="0" u="none" strike="noStrike" cap="none" normalizeH="0" baseline="0" dirty="0" smtClean="0">
                          <a:ln>
                            <a:noFill/>
                          </a:ln>
                          <a:solidFill>
                            <a:srgbClr val="002060"/>
                          </a:solidFill>
                          <a:effectLst/>
                          <a:latin typeface="Verdana" panose="020B0604030504040204" pitchFamily="34" charset="0"/>
                        </a:rPr>
                        <a:t>, </a:t>
                      </a:r>
                      <a:r>
                        <a:rPr kumimoji="0" lang="en-US" sz="1200" b="0" i="0" u="none" strike="noStrike" cap="none" normalizeH="0" baseline="0" dirty="0" err="1" smtClean="0">
                          <a:ln>
                            <a:noFill/>
                          </a:ln>
                          <a:solidFill>
                            <a:srgbClr val="002060"/>
                          </a:solidFill>
                          <a:effectLst/>
                          <a:latin typeface="Verdana" panose="020B0604030504040204" pitchFamily="34" charset="0"/>
                        </a:rPr>
                        <a:t>Transférer</a:t>
                      </a:r>
                      <a:endParaRPr kumimoji="0" lang="en-US" sz="1200" b="0" i="0" u="none" strike="noStrike" cap="none" normalizeH="0" baseline="0" dirty="0" smtClean="0">
                        <a:ln>
                          <a:noFill/>
                        </a:ln>
                        <a:solidFill>
                          <a:srgbClr val="002060"/>
                        </a:solidFill>
                        <a:effectLst/>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dirty="0" smtClean="0">
                          <a:ln>
                            <a:noFill/>
                          </a:ln>
                          <a:solidFill>
                            <a:srgbClr val="002060"/>
                          </a:solidFill>
                          <a:effectLst/>
                          <a:latin typeface="Verdana" panose="020B0604030504040204" pitchFamily="34" charset="0"/>
                        </a:rPr>
                        <a:t>Options : urgent, confirmation de lecture…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dirty="0" smtClean="0">
                          <a:ln>
                            <a:noFill/>
                          </a:ln>
                          <a:solidFill>
                            <a:srgbClr val="002060"/>
                          </a:solidFill>
                          <a:effectLst/>
                          <a:latin typeface="Verdana" panose="020B0604030504040204" pitchFamily="34" charset="0"/>
                        </a:rPr>
                        <a:t>Copies : Cc, </a:t>
                      </a:r>
                      <a:r>
                        <a:rPr kumimoji="0" lang="en-US" sz="1200" b="0" i="0" u="none" strike="noStrike" cap="none" normalizeH="0" baseline="0" dirty="0" err="1" smtClean="0">
                          <a:ln>
                            <a:noFill/>
                          </a:ln>
                          <a:solidFill>
                            <a:srgbClr val="002060"/>
                          </a:solidFill>
                          <a:effectLst/>
                          <a:latin typeface="Verdana" panose="020B0604030504040204" pitchFamily="34" charset="0"/>
                        </a:rPr>
                        <a:t>Cci</a:t>
                      </a:r>
                      <a:r>
                        <a:rPr kumimoji="0" lang="en-US" sz="1200" b="0" i="0" u="none" strike="noStrike" cap="none" normalizeH="0" baseline="0" dirty="0" smtClean="0">
                          <a:ln>
                            <a:noFill/>
                          </a:ln>
                          <a:solidFill>
                            <a:srgbClr val="002060"/>
                          </a:solidFill>
                          <a:effectLst/>
                          <a:latin typeface="Verdana" panose="020B0604030504040204" pitchFamily="34" charset="0"/>
                        </a:rPr>
                        <a:t>, </a:t>
                      </a:r>
                      <a:r>
                        <a:rPr kumimoji="0" lang="en-US" sz="1200" b="0" i="0" u="none" strike="noStrike" cap="none" normalizeH="0" baseline="0" dirty="0" err="1" smtClean="0">
                          <a:ln>
                            <a:noFill/>
                          </a:ln>
                          <a:solidFill>
                            <a:srgbClr val="002060"/>
                          </a:solidFill>
                          <a:effectLst/>
                          <a:latin typeface="Verdana" panose="020B0604030504040204" pitchFamily="34" charset="0"/>
                        </a:rPr>
                        <a:t>Bci</a:t>
                      </a:r>
                      <a:endParaRPr kumimoji="0" lang="en-US" sz="1200" b="0" i="0" u="none" strike="noStrike" cap="none" normalizeH="0" baseline="0" dirty="0" smtClean="0">
                        <a:ln>
                          <a:noFill/>
                        </a:ln>
                        <a:solidFill>
                          <a:srgbClr val="002060"/>
                        </a:solidFill>
                        <a:effectLst/>
                        <a:latin typeface="Verdana" panose="020B0604030504040204" pitchFamily="34" charset="0"/>
                      </a:endParaRPr>
                    </a:p>
                  </a:txBody>
                  <a:tcPr marL="91439" marR="91439" marT="45719" marB="45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EFEFE"/>
                    </a:solidFill>
                  </a:tcPr>
                </a:tc>
              </a:tr>
            </a:tbl>
          </a:graphicData>
        </a:graphic>
      </p:graphicFrame>
    </p:spTree>
    <p:extLst>
      <p:ext uri="{BB962C8B-B14F-4D97-AF65-F5344CB8AC3E}">
        <p14:creationId xmlns:p14="http://schemas.microsoft.com/office/powerpoint/2010/main" val="415687236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2"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slide(fromRigh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arn(inVertical)">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COURRIER INTERNE</a:t>
            </a:r>
            <a:endParaRPr lang="fr-FR" dirty="0"/>
          </a:p>
        </p:txBody>
      </p:sp>
      <p:graphicFrame>
        <p:nvGraphicFramePr>
          <p:cNvPr id="4" name="Espace réservé du contenu 3"/>
          <p:cNvGraphicFramePr>
            <a:graphicFrameLocks noGrp="1"/>
          </p:cNvGraphicFramePr>
          <p:nvPr>
            <p:ph idx="1"/>
            <p:extLst>
              <p:ext uri="{D42A27DB-BD31-4B8C-83A1-F6EECF244321}">
                <p14:modId xmlns:p14="http://schemas.microsoft.com/office/powerpoint/2010/main" val="1943645359"/>
              </p:ext>
            </p:extLst>
          </p:nvPr>
        </p:nvGraphicFramePr>
        <p:xfrm>
          <a:off x="1155700" y="2603500"/>
          <a:ext cx="8761413" cy="34163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4021599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4">
                                            <p:graphicEl>
                                              <a:dgm id="{59714750-5992-4B70-B164-AC69EFA7B541}"/>
                                            </p:graphicEl>
                                          </p:spTgt>
                                        </p:tgtEl>
                                        <p:attrNameLst>
                                          <p:attrName>style.visibility</p:attrName>
                                        </p:attrNameLst>
                                      </p:cBhvr>
                                      <p:to>
                                        <p:strVal val="visible"/>
                                      </p:to>
                                    </p:set>
                                    <p:animEffect transition="in" filter="wheel(1)">
                                      <p:cBhvr>
                                        <p:cTn id="7" dur="2000"/>
                                        <p:tgtEl>
                                          <p:spTgt spid="4">
                                            <p:graphicEl>
                                              <a:dgm id="{59714750-5992-4B70-B164-AC69EFA7B541}"/>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4">
                                            <p:graphicEl>
                                              <a:dgm id="{1C616880-5399-4BD4-9272-5A0C9AE78A0B}"/>
                                            </p:graphicEl>
                                          </p:spTgt>
                                        </p:tgtEl>
                                        <p:attrNameLst>
                                          <p:attrName>style.visibility</p:attrName>
                                        </p:attrNameLst>
                                      </p:cBhvr>
                                      <p:to>
                                        <p:strVal val="visible"/>
                                      </p:to>
                                    </p:set>
                                    <p:animEffect transition="in" filter="wheel(1)">
                                      <p:cBhvr>
                                        <p:cTn id="12" dur="2000"/>
                                        <p:tgtEl>
                                          <p:spTgt spid="4">
                                            <p:graphicEl>
                                              <a:dgm id="{1C616880-5399-4BD4-9272-5A0C9AE78A0B}"/>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grpId="0" nodeType="clickEffect">
                                  <p:stCondLst>
                                    <p:cond delay="0"/>
                                  </p:stCondLst>
                                  <p:childTnLst>
                                    <p:set>
                                      <p:cBhvr>
                                        <p:cTn id="16" dur="1" fill="hold">
                                          <p:stCondLst>
                                            <p:cond delay="0"/>
                                          </p:stCondLst>
                                        </p:cTn>
                                        <p:tgtEl>
                                          <p:spTgt spid="4">
                                            <p:graphicEl>
                                              <a:dgm id="{F7F401B0-F283-4A58-A146-CDA044F277A2}"/>
                                            </p:graphicEl>
                                          </p:spTgt>
                                        </p:tgtEl>
                                        <p:attrNameLst>
                                          <p:attrName>style.visibility</p:attrName>
                                        </p:attrNameLst>
                                      </p:cBhvr>
                                      <p:to>
                                        <p:strVal val="visible"/>
                                      </p:to>
                                    </p:set>
                                    <p:animEffect transition="in" filter="wheel(1)">
                                      <p:cBhvr>
                                        <p:cTn id="17" dur="2000"/>
                                        <p:tgtEl>
                                          <p:spTgt spid="4">
                                            <p:graphicEl>
                                              <a:dgm id="{F7F401B0-F283-4A58-A146-CDA044F277A2}"/>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z="4000" dirty="0" smtClean="0"/>
              <a:t>LA NOTE</a:t>
            </a:r>
            <a:endParaRPr lang="fr-FR" sz="4000" dirty="0"/>
          </a:p>
        </p:txBody>
      </p:sp>
      <p:sp>
        <p:nvSpPr>
          <p:cNvPr id="3" name="Espace réservé du contenu 2"/>
          <p:cNvSpPr>
            <a:spLocks noGrp="1"/>
          </p:cNvSpPr>
          <p:nvPr>
            <p:ph idx="1"/>
          </p:nvPr>
        </p:nvSpPr>
        <p:spPr/>
        <p:txBody>
          <a:bodyPr/>
          <a:lstStyle/>
          <a:p>
            <a:endParaRPr lang="fr-FR" dirty="0"/>
          </a:p>
        </p:txBody>
      </p:sp>
      <p:sp>
        <p:nvSpPr>
          <p:cNvPr id="4" name="Espace réservé du texte 3"/>
          <p:cNvSpPr>
            <a:spLocks noGrp="1"/>
          </p:cNvSpPr>
          <p:nvPr>
            <p:ph type="body" sz="half" idx="2"/>
          </p:nvPr>
        </p:nvSpPr>
        <p:spPr/>
        <p:txBody>
          <a:bodyPr/>
          <a:lstStyle/>
          <a:p>
            <a:endParaRPr lang="fr-FR" dirty="0"/>
          </a:p>
        </p:txBody>
      </p:sp>
      <p:pic>
        <p:nvPicPr>
          <p:cNvPr id="7" name="Image 6"/>
          <p:cNvPicPr>
            <a:picLocks noChangeAspect="1"/>
          </p:cNvPicPr>
          <p:nvPr/>
        </p:nvPicPr>
        <p:blipFill>
          <a:blip r:embed="rId3"/>
          <a:stretch>
            <a:fillRect/>
          </a:stretch>
        </p:blipFill>
        <p:spPr>
          <a:xfrm>
            <a:off x="1154953" y="2895600"/>
            <a:ext cx="2687452" cy="3269711"/>
          </a:xfrm>
          <a:prstGeom prst="rect">
            <a:avLst/>
          </a:prstGeom>
        </p:spPr>
      </p:pic>
      <p:pic>
        <p:nvPicPr>
          <p:cNvPr id="9" name="Image 8"/>
          <p:cNvPicPr>
            <a:picLocks noChangeAspect="1"/>
          </p:cNvPicPr>
          <p:nvPr/>
        </p:nvPicPr>
        <p:blipFill rotWithShape="1">
          <a:blip r:embed="rId4">
            <a:extLst>
              <a:ext uri="{28A0092B-C50C-407E-A947-70E740481C1C}">
                <a14:useLocalDpi xmlns:a14="http://schemas.microsoft.com/office/drawing/2010/main" val="0"/>
              </a:ext>
            </a:extLst>
          </a:blip>
          <a:srcRect l="64700" t="29000" r="1700" b="39500"/>
          <a:stretch/>
        </p:blipFill>
        <p:spPr>
          <a:xfrm>
            <a:off x="8332316" y="2462522"/>
            <a:ext cx="3312368" cy="3105345"/>
          </a:xfrm>
          <a:prstGeom prst="rect">
            <a:avLst/>
          </a:prstGeom>
        </p:spPr>
      </p:pic>
    </p:spTree>
    <p:extLst>
      <p:ext uri="{BB962C8B-B14F-4D97-AF65-F5344CB8AC3E}">
        <p14:creationId xmlns:p14="http://schemas.microsoft.com/office/powerpoint/2010/main" val="199871432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LA NOTE</a:t>
            </a:r>
            <a:endParaRPr lang="fr-FR" dirty="0"/>
          </a:p>
        </p:txBody>
      </p:sp>
      <p:sp>
        <p:nvSpPr>
          <p:cNvPr id="3" name="Espace réservé du contenu 2"/>
          <p:cNvSpPr>
            <a:spLocks noGrp="1"/>
          </p:cNvSpPr>
          <p:nvPr>
            <p:ph idx="1"/>
          </p:nvPr>
        </p:nvSpPr>
        <p:spPr>
          <a:xfrm>
            <a:off x="728663" y="2603500"/>
            <a:ext cx="10787062" cy="3416300"/>
          </a:xfrm>
        </p:spPr>
        <p:txBody>
          <a:bodyPr>
            <a:noAutofit/>
          </a:bodyPr>
          <a:lstStyle/>
          <a:p>
            <a:pPr algn="just"/>
            <a:r>
              <a:rPr lang="fr-FR" sz="2000" dirty="0"/>
              <a:t>Les notes sont des écrits à caractère interne. On peut les classer en </a:t>
            </a:r>
            <a:r>
              <a:rPr lang="fr-FR" sz="2000" b="1" dirty="0"/>
              <a:t>deux</a:t>
            </a:r>
            <a:r>
              <a:rPr lang="fr-FR" sz="2000" dirty="0"/>
              <a:t> catégories :</a:t>
            </a:r>
          </a:p>
          <a:p>
            <a:pPr algn="just"/>
            <a:endParaRPr lang="fr-FR" sz="2000" dirty="0"/>
          </a:p>
          <a:p>
            <a:pPr algn="just"/>
            <a:r>
              <a:rPr lang="fr-FR" sz="2000" dirty="0"/>
              <a:t>- les notes dites « </a:t>
            </a:r>
            <a:r>
              <a:rPr lang="fr-FR" sz="2000" b="1" dirty="0"/>
              <a:t>de service </a:t>
            </a:r>
            <a:r>
              <a:rPr lang="fr-FR" sz="2000" dirty="0"/>
              <a:t>» qui circulent verticalement, de façon descendante (d’un échelon hiérarchique supérieur vers des échelons hiérarchiques inférieurs) ou horizontalement (émetteur et destinataires</a:t>
            </a:r>
          </a:p>
          <a:p>
            <a:pPr algn="just"/>
            <a:r>
              <a:rPr lang="fr-FR" sz="2000" dirty="0"/>
              <a:t>sont au même niveau hiérarchique).</a:t>
            </a:r>
          </a:p>
          <a:p>
            <a:pPr algn="just"/>
            <a:endParaRPr lang="fr-FR" sz="2000" dirty="0"/>
          </a:p>
          <a:p>
            <a:pPr algn="just"/>
            <a:r>
              <a:rPr lang="fr-FR" sz="2000" dirty="0"/>
              <a:t>- les « autres » notes qui circulent verticalement mais souvent de façon ascendante (d’un échelon subalterne vers un échelon supérieur).</a:t>
            </a:r>
          </a:p>
          <a:p>
            <a:pPr algn="just"/>
            <a:endParaRPr lang="fr-FR" sz="2000" dirty="0"/>
          </a:p>
        </p:txBody>
      </p:sp>
    </p:spTree>
    <p:extLst>
      <p:ext uri="{BB962C8B-B14F-4D97-AF65-F5344CB8AC3E}">
        <p14:creationId xmlns:p14="http://schemas.microsoft.com/office/powerpoint/2010/main" val="425725755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1000"/>
                                        <p:tgtEl>
                                          <p:spTgt spid="3">
                                            <p:txEl>
                                              <p:pRg st="3" end="3"/>
                                            </p:txEl>
                                          </p:spTgt>
                                        </p:tgtEl>
                                      </p:cBhvr>
                                    </p:animEffect>
                                    <p:anim calcmode="lin" valueType="num">
                                      <p:cBhvr>
                                        <p:cTn id="2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1000"/>
                                        <p:tgtEl>
                                          <p:spTgt spid="3">
                                            <p:txEl>
                                              <p:pRg st="5" end="5"/>
                                            </p:txEl>
                                          </p:spTgt>
                                        </p:tgtEl>
                                      </p:cBhvr>
                                    </p:animEffect>
                                    <p:anim calcmode="lin" valueType="num">
                                      <p:cBhvr>
                                        <p:cTn id="29"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LA NOTE DE SERVICE</a:t>
            </a:r>
            <a:endParaRPr lang="fr-FR" dirty="0"/>
          </a:p>
        </p:txBody>
      </p:sp>
      <p:pic>
        <p:nvPicPr>
          <p:cNvPr id="4" name="Image 3"/>
          <p:cNvPicPr>
            <a:picLocks noChangeAspect="1"/>
          </p:cNvPicPr>
          <p:nvPr/>
        </p:nvPicPr>
        <p:blipFill>
          <a:blip r:embed="rId2"/>
          <a:stretch>
            <a:fillRect/>
          </a:stretch>
        </p:blipFill>
        <p:spPr>
          <a:xfrm>
            <a:off x="1225685" y="1959820"/>
            <a:ext cx="9669294" cy="4488115"/>
          </a:xfrm>
          <a:prstGeom prst="rect">
            <a:avLst/>
          </a:prstGeom>
        </p:spPr>
      </p:pic>
      <p:sp>
        <p:nvSpPr>
          <p:cNvPr id="5" name="Légende encadrée 1 4"/>
          <p:cNvSpPr/>
          <p:nvPr/>
        </p:nvSpPr>
        <p:spPr>
          <a:xfrm>
            <a:off x="7795305" y="3468252"/>
            <a:ext cx="3286860" cy="1597243"/>
          </a:xfrm>
          <a:prstGeom prst="borderCallout1">
            <a:avLst>
              <a:gd name="adj1" fmla="val 18750"/>
              <a:gd name="adj2" fmla="val -8333"/>
              <a:gd name="adj3" fmla="val 72937"/>
              <a:gd name="adj4" fmla="val -42020"/>
            </a:avLst>
          </a:prstGeom>
        </p:spPr>
        <p:style>
          <a:lnRef idx="1">
            <a:schemeClr val="accent3"/>
          </a:lnRef>
          <a:fillRef idx="2">
            <a:schemeClr val="accent3"/>
          </a:fillRef>
          <a:effectRef idx="1">
            <a:schemeClr val="accent3"/>
          </a:effectRef>
          <a:fontRef idx="minor">
            <a:schemeClr val="dk1"/>
          </a:fontRef>
        </p:style>
        <p:txBody>
          <a:bodyPr rtlCol="0" anchor="ctr"/>
          <a:lstStyle/>
          <a:p>
            <a:pPr algn="ctr" eaLnBrk="1" hangingPunct="1">
              <a:lnSpc>
                <a:spcPct val="90000"/>
              </a:lnSpc>
              <a:buFont typeface="Wingdings" panose="05000000000000000000" pitchFamily="2" charset="2"/>
              <a:buNone/>
            </a:pPr>
            <a:r>
              <a:rPr lang="fr-FR" altLang="fr-FR" sz="1500" b="1" dirty="0">
                <a:solidFill>
                  <a:schemeClr val="tx2">
                    <a:lumMod val="90000"/>
                    <a:lumOff val="10000"/>
                  </a:schemeClr>
                </a:solidFill>
                <a:latin typeface="Arial-BoldMT"/>
                <a:cs typeface="Arial" panose="020B0604020202020204" pitchFamily="34" charset="0"/>
                <a:hlinkClick r:id="rId3" action="ppaction://hlinkfile"/>
              </a:rPr>
              <a:t>la note d’information</a:t>
            </a:r>
            <a:endParaRPr lang="fr-FR" altLang="fr-FR" sz="1500" dirty="0">
              <a:solidFill>
                <a:schemeClr val="tx2">
                  <a:lumMod val="90000"/>
                  <a:lumOff val="10000"/>
                </a:schemeClr>
              </a:solidFill>
              <a:latin typeface="Arial-BoldMT"/>
              <a:cs typeface="Arial" panose="020B0604020202020204" pitchFamily="34" charset="0"/>
            </a:endParaRPr>
          </a:p>
          <a:p>
            <a:pPr algn="ctr" eaLnBrk="1" hangingPunct="1">
              <a:lnSpc>
                <a:spcPct val="90000"/>
              </a:lnSpc>
              <a:buFont typeface="Wingdings" panose="05000000000000000000" pitchFamily="2" charset="2"/>
              <a:buNone/>
            </a:pPr>
            <a:r>
              <a:rPr lang="fr-FR" altLang="fr-FR" sz="1500" u="sng" dirty="0">
                <a:solidFill>
                  <a:srgbClr val="000000"/>
                </a:solidFill>
                <a:latin typeface="Arial-BoldMT"/>
                <a:cs typeface="Arial" panose="020B0604020202020204" pitchFamily="34" charset="0"/>
              </a:rPr>
              <a:t>Objectif</a:t>
            </a:r>
            <a:r>
              <a:rPr lang="fr-FR" altLang="fr-FR" sz="1500" dirty="0">
                <a:solidFill>
                  <a:srgbClr val="000000"/>
                </a:solidFill>
                <a:latin typeface="Arial-BoldMT"/>
                <a:cs typeface="Arial" panose="020B0604020202020204" pitchFamily="34" charset="0"/>
              </a:rPr>
              <a:t> : transmet une information sans ordre</a:t>
            </a:r>
          </a:p>
          <a:p>
            <a:pPr algn="ctr" eaLnBrk="1" hangingPunct="1">
              <a:lnSpc>
                <a:spcPct val="90000"/>
              </a:lnSpc>
              <a:buFont typeface="Wingdings" panose="05000000000000000000" pitchFamily="2" charset="2"/>
              <a:buNone/>
            </a:pPr>
            <a:r>
              <a:rPr lang="fr-FR" altLang="fr-FR" sz="1500" dirty="0">
                <a:solidFill>
                  <a:srgbClr val="000000"/>
                </a:solidFill>
                <a:latin typeface="Arial-BoldMT"/>
                <a:cs typeface="Arial" panose="020B0604020202020204" pitchFamily="34" charset="0"/>
              </a:rPr>
              <a:t>Circule </a:t>
            </a:r>
            <a:r>
              <a:rPr lang="fr-FR" altLang="fr-FR" sz="1500" dirty="0" smtClean="0">
                <a:solidFill>
                  <a:srgbClr val="000000"/>
                </a:solidFill>
                <a:latin typeface="Arial-BoldMT"/>
                <a:cs typeface="Arial" panose="020B0604020202020204" pitchFamily="34" charset="0"/>
              </a:rPr>
              <a:t>souvent dans </a:t>
            </a:r>
            <a:r>
              <a:rPr lang="fr-FR" altLang="fr-FR" sz="1500" dirty="0">
                <a:solidFill>
                  <a:srgbClr val="000000"/>
                </a:solidFill>
                <a:latin typeface="Arial-BoldMT"/>
                <a:cs typeface="Arial" panose="020B0604020202020204" pitchFamily="34" charset="0"/>
              </a:rPr>
              <a:t>le sens hiérarchique </a:t>
            </a:r>
            <a:r>
              <a:rPr lang="fr-FR" altLang="fr-FR" sz="1500" dirty="0" smtClean="0">
                <a:solidFill>
                  <a:srgbClr val="000000"/>
                </a:solidFill>
                <a:latin typeface="Arial-BoldMT"/>
                <a:cs typeface="Arial" panose="020B0604020202020204" pitchFamily="34" charset="0"/>
              </a:rPr>
              <a:t>latéral</a:t>
            </a:r>
            <a:endParaRPr lang="fr-FR" altLang="fr-FR" sz="1500" dirty="0">
              <a:solidFill>
                <a:srgbClr val="000000"/>
              </a:solidFill>
              <a:latin typeface="Arial-BoldMT"/>
              <a:cs typeface="Arial" panose="020B0604020202020204" pitchFamily="34" charset="0"/>
            </a:endParaRPr>
          </a:p>
          <a:p>
            <a:pPr algn="ctr" eaLnBrk="1" hangingPunct="1">
              <a:lnSpc>
                <a:spcPct val="90000"/>
              </a:lnSpc>
              <a:buFont typeface="Wingdings" panose="05000000000000000000" pitchFamily="2" charset="2"/>
              <a:buNone/>
            </a:pPr>
            <a:r>
              <a:rPr lang="fr-FR" altLang="fr-FR" sz="1500" dirty="0">
                <a:solidFill>
                  <a:srgbClr val="000000"/>
                </a:solidFill>
                <a:latin typeface="Arial-BoldMT"/>
                <a:cs typeface="Arial" panose="020B0604020202020204" pitchFamily="34" charset="0"/>
              </a:rPr>
              <a:t>Caractère </a:t>
            </a:r>
            <a:r>
              <a:rPr lang="fr-FR" altLang="fr-FR" sz="1500" dirty="0" smtClean="0">
                <a:solidFill>
                  <a:srgbClr val="000000"/>
                </a:solidFill>
                <a:latin typeface="Arial-BoldMT"/>
                <a:cs typeface="Arial" panose="020B0604020202020204" pitchFamily="34" charset="0"/>
              </a:rPr>
              <a:t>informatif</a:t>
            </a:r>
            <a:endParaRPr lang="fr-FR" altLang="fr-FR" sz="1500" dirty="0">
              <a:solidFill>
                <a:srgbClr val="000000"/>
              </a:solidFill>
              <a:latin typeface="Arial-BoldMT"/>
              <a:cs typeface="Arial" panose="020B0604020202020204" pitchFamily="34" charset="0"/>
            </a:endParaRPr>
          </a:p>
        </p:txBody>
      </p:sp>
      <p:sp>
        <p:nvSpPr>
          <p:cNvPr id="6" name="Légende encadrée 1 5"/>
          <p:cNvSpPr/>
          <p:nvPr/>
        </p:nvSpPr>
        <p:spPr>
          <a:xfrm>
            <a:off x="8845898" y="1523024"/>
            <a:ext cx="3286860" cy="1171074"/>
          </a:xfrm>
          <a:prstGeom prst="borderCallout1">
            <a:avLst>
              <a:gd name="adj1" fmla="val 18750"/>
              <a:gd name="adj2" fmla="val -8333"/>
              <a:gd name="adj3" fmla="val 67344"/>
              <a:gd name="adj4" fmla="val -32300"/>
            </a:avLst>
          </a:prstGeom>
        </p:spPr>
        <p:style>
          <a:lnRef idx="1">
            <a:schemeClr val="accent5"/>
          </a:lnRef>
          <a:fillRef idx="2">
            <a:schemeClr val="accent5"/>
          </a:fillRef>
          <a:effectRef idx="1">
            <a:schemeClr val="accent5"/>
          </a:effectRef>
          <a:fontRef idx="minor">
            <a:schemeClr val="dk1"/>
          </a:fontRef>
        </p:style>
        <p:txBody>
          <a:bodyPr rtlCol="0" anchor="ctr"/>
          <a:lstStyle/>
          <a:p>
            <a:pPr algn="ctr" eaLnBrk="1" hangingPunct="1">
              <a:lnSpc>
                <a:spcPct val="90000"/>
              </a:lnSpc>
              <a:buFont typeface="Wingdings" panose="05000000000000000000" pitchFamily="2" charset="2"/>
              <a:buNone/>
            </a:pPr>
            <a:r>
              <a:rPr lang="fr-FR" altLang="fr-FR" sz="1500" b="1" u="sng" dirty="0">
                <a:solidFill>
                  <a:schemeClr val="hlink"/>
                </a:solidFill>
                <a:latin typeface="Arial-BoldMT"/>
                <a:cs typeface="Arial" panose="020B0604020202020204" pitchFamily="34" charset="0"/>
              </a:rPr>
              <a:t>les consignes</a:t>
            </a:r>
            <a:endParaRPr lang="fr-FR" altLang="fr-FR" sz="1500" dirty="0">
              <a:solidFill>
                <a:srgbClr val="000000"/>
              </a:solidFill>
              <a:latin typeface="Arial-BoldMT"/>
              <a:cs typeface="Arial" panose="020B0604020202020204" pitchFamily="34" charset="0"/>
            </a:endParaRPr>
          </a:p>
          <a:p>
            <a:pPr algn="ctr" eaLnBrk="1" hangingPunct="1">
              <a:lnSpc>
                <a:spcPct val="90000"/>
              </a:lnSpc>
              <a:buFont typeface="Wingdings" panose="05000000000000000000" pitchFamily="2" charset="2"/>
              <a:buNone/>
            </a:pPr>
            <a:r>
              <a:rPr lang="fr-FR" altLang="fr-FR" sz="1500" u="sng" dirty="0">
                <a:solidFill>
                  <a:srgbClr val="000000"/>
                </a:solidFill>
                <a:latin typeface="Arial-BoldMT"/>
                <a:cs typeface="Arial" panose="020B0604020202020204" pitchFamily="34" charset="0"/>
              </a:rPr>
              <a:t>Objectif</a:t>
            </a:r>
            <a:r>
              <a:rPr lang="fr-FR" altLang="fr-FR" sz="1500" dirty="0">
                <a:solidFill>
                  <a:srgbClr val="000000"/>
                </a:solidFill>
                <a:latin typeface="Arial-BoldMT"/>
                <a:cs typeface="Arial" panose="020B0604020202020204" pitchFamily="34" charset="0"/>
              </a:rPr>
              <a:t> : transmet des consignes précises, démarches, procédures… </a:t>
            </a:r>
          </a:p>
          <a:p>
            <a:pPr algn="ctr" eaLnBrk="1" hangingPunct="1">
              <a:lnSpc>
                <a:spcPct val="90000"/>
              </a:lnSpc>
              <a:buFont typeface="Wingdings" panose="05000000000000000000" pitchFamily="2" charset="2"/>
              <a:buNone/>
            </a:pPr>
            <a:r>
              <a:rPr lang="fr-FR" altLang="fr-FR" sz="1500" dirty="0">
                <a:solidFill>
                  <a:srgbClr val="000000"/>
                </a:solidFill>
                <a:latin typeface="Arial-BoldMT"/>
                <a:cs typeface="Times New Roman" panose="02020603050405020304" pitchFamily="18" charset="0"/>
              </a:rPr>
              <a:t>Circule dans le sens descendant</a:t>
            </a:r>
          </a:p>
          <a:p>
            <a:pPr algn="ctr" eaLnBrk="1" hangingPunct="1">
              <a:lnSpc>
                <a:spcPct val="90000"/>
              </a:lnSpc>
              <a:buFont typeface="Wingdings" panose="05000000000000000000" pitchFamily="2" charset="2"/>
              <a:buNone/>
            </a:pPr>
            <a:r>
              <a:rPr lang="fr-FR" altLang="fr-FR" sz="1500" dirty="0">
                <a:solidFill>
                  <a:srgbClr val="000000"/>
                </a:solidFill>
                <a:latin typeface="Arial-BoldMT"/>
                <a:cs typeface="Times New Roman" panose="02020603050405020304" pitchFamily="18" charset="0"/>
              </a:rPr>
              <a:t>Caractère </a:t>
            </a:r>
            <a:r>
              <a:rPr lang="fr-FR" altLang="fr-FR" sz="1500" dirty="0" smtClean="0">
                <a:solidFill>
                  <a:srgbClr val="000000"/>
                </a:solidFill>
                <a:latin typeface="Arial-BoldMT"/>
                <a:cs typeface="Times New Roman" panose="02020603050405020304" pitchFamily="18" charset="0"/>
              </a:rPr>
              <a:t>obligatoire</a:t>
            </a:r>
            <a:endParaRPr lang="fr-FR" altLang="fr-FR" sz="1500" dirty="0">
              <a:solidFill>
                <a:srgbClr val="000000"/>
              </a:solidFill>
              <a:latin typeface="Arial-BoldMT"/>
              <a:cs typeface="Times New Roman" panose="02020603050405020304" pitchFamily="18" charset="0"/>
            </a:endParaRPr>
          </a:p>
        </p:txBody>
      </p:sp>
    </p:spTree>
    <p:extLst>
      <p:ext uri="{BB962C8B-B14F-4D97-AF65-F5344CB8AC3E}">
        <p14:creationId xmlns:p14="http://schemas.microsoft.com/office/powerpoint/2010/main" val="71698194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randombar(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AUTRES NOTES</a:t>
            </a:r>
            <a:endParaRPr lang="fr-FR" dirty="0"/>
          </a:p>
        </p:txBody>
      </p:sp>
      <p:pic>
        <p:nvPicPr>
          <p:cNvPr id="4" name="Image 3"/>
          <p:cNvPicPr>
            <a:picLocks noChangeAspect="1"/>
          </p:cNvPicPr>
          <p:nvPr/>
        </p:nvPicPr>
        <p:blipFill>
          <a:blip r:embed="rId3"/>
          <a:stretch>
            <a:fillRect/>
          </a:stretch>
        </p:blipFill>
        <p:spPr>
          <a:xfrm>
            <a:off x="1952839" y="2432771"/>
            <a:ext cx="8076994" cy="4368077"/>
          </a:xfrm>
          <a:prstGeom prst="rect">
            <a:avLst/>
          </a:prstGeom>
        </p:spPr>
      </p:pic>
    </p:spTree>
    <p:extLst>
      <p:ext uri="{BB962C8B-B14F-4D97-AF65-F5344CB8AC3E}">
        <p14:creationId xmlns:p14="http://schemas.microsoft.com/office/powerpoint/2010/main" val="377543621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REGLES DE FOND</a:t>
            </a:r>
          </a:p>
        </p:txBody>
      </p:sp>
      <p:sp>
        <p:nvSpPr>
          <p:cNvPr id="3" name="Espace réservé du contenu 2"/>
          <p:cNvSpPr>
            <a:spLocks noGrp="1"/>
          </p:cNvSpPr>
          <p:nvPr>
            <p:ph idx="1"/>
          </p:nvPr>
        </p:nvSpPr>
        <p:spPr/>
        <p:txBody>
          <a:bodyPr/>
          <a:lstStyle/>
          <a:p>
            <a:r>
              <a:rPr lang="fr-FR" u="sng" dirty="0">
                <a:cs typeface="Arial" panose="020B0604020202020204" pitchFamily="34" charset="0"/>
              </a:rPr>
              <a:t>Les cinq règles de fond</a:t>
            </a:r>
            <a:r>
              <a:rPr lang="fr-FR" dirty="0">
                <a:cs typeface="Arial" panose="020B0604020202020204" pitchFamily="34" charset="0"/>
              </a:rPr>
              <a:t> </a:t>
            </a:r>
          </a:p>
          <a:p>
            <a:r>
              <a:rPr lang="fr-FR" dirty="0">
                <a:cs typeface="Arial" panose="020B0604020202020204" pitchFamily="34" charset="0"/>
              </a:rPr>
              <a:t>- Une </a:t>
            </a:r>
            <a:r>
              <a:rPr lang="fr-FR" b="1" dirty="0">
                <a:cs typeface="Arial" panose="020B0604020202020204" pitchFamily="34" charset="0"/>
              </a:rPr>
              <a:t>consultation</a:t>
            </a:r>
            <a:r>
              <a:rPr lang="fr-FR" dirty="0">
                <a:cs typeface="Arial" panose="020B0604020202020204" pitchFamily="34" charset="0"/>
              </a:rPr>
              <a:t> préalable de </a:t>
            </a:r>
            <a:r>
              <a:rPr lang="fr-FR" b="1" dirty="0">
                <a:cs typeface="Arial" panose="020B0604020202020204" pitchFamily="34" charset="0"/>
              </a:rPr>
              <a:t>ceux qui auront à appliquer la décision</a:t>
            </a:r>
            <a:r>
              <a:rPr lang="fr-FR" dirty="0">
                <a:cs typeface="Arial" panose="020B0604020202020204" pitchFamily="34" charset="0"/>
              </a:rPr>
              <a:t> : pour que l'ordre soit efficace, il faut qu'il puisse être appliqué! </a:t>
            </a:r>
          </a:p>
          <a:p>
            <a:r>
              <a:rPr lang="fr-FR" dirty="0">
                <a:cs typeface="Arial" panose="020B0604020202020204" pitchFamily="34" charset="0"/>
              </a:rPr>
              <a:t>- </a:t>
            </a:r>
            <a:r>
              <a:rPr lang="fr-FR" b="1" dirty="0">
                <a:cs typeface="Arial" panose="020B0604020202020204" pitchFamily="34" charset="0"/>
              </a:rPr>
              <a:t>L'objet</a:t>
            </a:r>
            <a:r>
              <a:rPr lang="fr-FR" dirty="0">
                <a:cs typeface="Arial" panose="020B0604020202020204" pitchFamily="34" charset="0"/>
              </a:rPr>
              <a:t> de la note de service doit apparaître </a:t>
            </a:r>
            <a:r>
              <a:rPr lang="fr-FR" b="1" dirty="0">
                <a:cs typeface="Arial" panose="020B0604020202020204" pitchFamily="34" charset="0"/>
              </a:rPr>
              <a:t>immédiatement</a:t>
            </a:r>
            <a:r>
              <a:rPr lang="fr-FR" dirty="0">
                <a:cs typeface="Arial" panose="020B0604020202020204" pitchFamily="34" charset="0"/>
              </a:rPr>
              <a:t>; </a:t>
            </a:r>
          </a:p>
          <a:p>
            <a:r>
              <a:rPr lang="fr-FR" dirty="0">
                <a:cs typeface="Arial" panose="020B0604020202020204" pitchFamily="34" charset="0"/>
              </a:rPr>
              <a:t>- La </a:t>
            </a:r>
            <a:r>
              <a:rPr lang="fr-FR" b="1" dirty="0">
                <a:cs typeface="Arial" panose="020B0604020202020204" pitchFamily="34" charset="0"/>
              </a:rPr>
              <a:t>rédaction</a:t>
            </a:r>
            <a:r>
              <a:rPr lang="fr-FR" dirty="0">
                <a:cs typeface="Arial" panose="020B0604020202020204" pitchFamily="34" charset="0"/>
              </a:rPr>
              <a:t> doit être </a:t>
            </a:r>
            <a:r>
              <a:rPr lang="fr-FR" b="1" dirty="0">
                <a:cs typeface="Arial" panose="020B0604020202020204" pitchFamily="34" charset="0"/>
              </a:rPr>
              <a:t>claire</a:t>
            </a:r>
            <a:r>
              <a:rPr lang="fr-FR" dirty="0">
                <a:cs typeface="Arial" panose="020B0604020202020204" pitchFamily="34" charset="0"/>
              </a:rPr>
              <a:t>; </a:t>
            </a:r>
          </a:p>
          <a:p>
            <a:r>
              <a:rPr lang="fr-FR" dirty="0">
                <a:cs typeface="Arial" panose="020B0604020202020204" pitchFamily="34" charset="0"/>
              </a:rPr>
              <a:t>- Les </a:t>
            </a:r>
            <a:r>
              <a:rPr lang="fr-FR" b="1" dirty="0">
                <a:cs typeface="Arial" panose="020B0604020202020204" pitchFamily="34" charset="0"/>
              </a:rPr>
              <a:t>mots</a:t>
            </a:r>
            <a:r>
              <a:rPr lang="fr-FR" dirty="0">
                <a:cs typeface="Arial" panose="020B0604020202020204" pitchFamily="34" charset="0"/>
              </a:rPr>
              <a:t> choisis doivent être </a:t>
            </a:r>
            <a:r>
              <a:rPr lang="fr-FR" b="1" dirty="0">
                <a:cs typeface="Arial" panose="020B0604020202020204" pitchFamily="34" charset="0"/>
              </a:rPr>
              <a:t>simples</a:t>
            </a:r>
            <a:r>
              <a:rPr lang="fr-FR" dirty="0">
                <a:cs typeface="Arial" panose="020B0604020202020204" pitchFamily="34" charset="0"/>
              </a:rPr>
              <a:t> mais </a:t>
            </a:r>
            <a:r>
              <a:rPr lang="fr-FR" b="1" dirty="0">
                <a:cs typeface="Arial" panose="020B0604020202020204" pitchFamily="34" charset="0"/>
              </a:rPr>
              <a:t>fermes</a:t>
            </a:r>
            <a:r>
              <a:rPr lang="fr-FR" dirty="0">
                <a:cs typeface="Arial" panose="020B0604020202020204" pitchFamily="34" charset="0"/>
              </a:rPr>
              <a:t>; </a:t>
            </a:r>
          </a:p>
          <a:p>
            <a:r>
              <a:rPr lang="fr-FR" dirty="0">
                <a:cs typeface="Arial" panose="020B0604020202020204" pitchFamily="34" charset="0"/>
              </a:rPr>
              <a:t>- La </a:t>
            </a:r>
            <a:r>
              <a:rPr lang="fr-FR" b="1" dirty="0">
                <a:cs typeface="Arial" panose="020B0604020202020204" pitchFamily="34" charset="0"/>
              </a:rPr>
              <a:t>rédaction</a:t>
            </a:r>
            <a:r>
              <a:rPr lang="fr-FR" dirty="0">
                <a:cs typeface="Arial" panose="020B0604020202020204" pitchFamily="34" charset="0"/>
              </a:rPr>
              <a:t> doit être à la fois </a:t>
            </a:r>
            <a:r>
              <a:rPr lang="fr-FR" b="1" dirty="0">
                <a:cs typeface="Arial" panose="020B0604020202020204" pitchFamily="34" charset="0"/>
              </a:rPr>
              <a:t>concise</a:t>
            </a:r>
            <a:r>
              <a:rPr lang="fr-FR" dirty="0">
                <a:cs typeface="Arial" panose="020B0604020202020204" pitchFamily="34" charset="0"/>
              </a:rPr>
              <a:t> et </a:t>
            </a:r>
            <a:r>
              <a:rPr lang="fr-FR" b="1" dirty="0">
                <a:cs typeface="Arial" panose="020B0604020202020204" pitchFamily="34" charset="0"/>
              </a:rPr>
              <a:t>précise</a:t>
            </a:r>
            <a:r>
              <a:rPr lang="fr-FR" dirty="0">
                <a:cs typeface="Arial" panose="020B0604020202020204" pitchFamily="34" charset="0"/>
              </a:rPr>
              <a:t>. </a:t>
            </a:r>
          </a:p>
          <a:p>
            <a:endParaRPr lang="fr-FR" dirty="0"/>
          </a:p>
        </p:txBody>
      </p:sp>
    </p:spTree>
    <p:extLst>
      <p:ext uri="{BB962C8B-B14F-4D97-AF65-F5344CB8AC3E}">
        <p14:creationId xmlns:p14="http://schemas.microsoft.com/office/powerpoint/2010/main" val="3042332919"/>
      </p:ext>
    </p:extLst>
  </p:cSld>
  <p:clrMapOvr>
    <a:masterClrMapping/>
  </p:clrMapOvr>
  <p:transition spd="slow">
    <p:push dir="u"/>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REGLES DE </a:t>
            </a:r>
            <a:r>
              <a:rPr lang="fr-FR" dirty="0" smtClean="0"/>
              <a:t>FORME</a:t>
            </a:r>
            <a:endParaRPr lang="fr-FR" dirty="0"/>
          </a:p>
        </p:txBody>
      </p:sp>
      <p:sp>
        <p:nvSpPr>
          <p:cNvPr id="3" name="Espace réservé du contenu 2"/>
          <p:cNvSpPr>
            <a:spLocks noGrp="1"/>
          </p:cNvSpPr>
          <p:nvPr>
            <p:ph idx="1"/>
          </p:nvPr>
        </p:nvSpPr>
        <p:spPr>
          <a:xfrm>
            <a:off x="800101" y="2517775"/>
            <a:ext cx="10615612" cy="3416300"/>
          </a:xfrm>
        </p:spPr>
        <p:txBody>
          <a:bodyPr>
            <a:noAutofit/>
          </a:bodyPr>
          <a:lstStyle/>
          <a:p>
            <a:pPr marL="0" indent="0">
              <a:buNone/>
            </a:pPr>
            <a:r>
              <a:rPr lang="fr-FR" sz="2400" b="1" u="sng" dirty="0">
                <a:cs typeface="Arial" panose="020B0604020202020204" pitchFamily="34" charset="0"/>
              </a:rPr>
              <a:t>Les cinq règles de forme</a:t>
            </a:r>
            <a:r>
              <a:rPr lang="fr-FR" sz="2400" b="1" dirty="0">
                <a:cs typeface="Arial" panose="020B0604020202020204" pitchFamily="34" charset="0"/>
              </a:rPr>
              <a:t> </a:t>
            </a:r>
          </a:p>
          <a:p>
            <a:r>
              <a:rPr lang="fr-FR" sz="2400" dirty="0">
                <a:cs typeface="Arial" panose="020B0604020202020204" pitchFamily="34" charset="0"/>
              </a:rPr>
              <a:t>- La note ne doit pas contenir de ... fautes d'orthographe; </a:t>
            </a:r>
          </a:p>
          <a:p>
            <a:r>
              <a:rPr lang="fr-FR" sz="2400" dirty="0">
                <a:cs typeface="Arial" panose="020B0604020202020204" pitchFamily="34" charset="0"/>
              </a:rPr>
              <a:t>- La note doit être datée et parfois numérotée afin que l'on puisse situer l'ordre donné et sa date d'application; </a:t>
            </a:r>
          </a:p>
          <a:p>
            <a:r>
              <a:rPr lang="fr-FR" sz="2400" dirty="0">
                <a:cs typeface="Arial" panose="020B0604020202020204" pitchFamily="34" charset="0"/>
              </a:rPr>
              <a:t>- La distribution de la note de service doit se faire très rapidement; </a:t>
            </a:r>
          </a:p>
          <a:p>
            <a:r>
              <a:rPr lang="fr-FR" sz="2400" dirty="0">
                <a:cs typeface="Arial" panose="020B0604020202020204" pitchFamily="34" charset="0"/>
              </a:rPr>
              <a:t>- Le document doit être signé en clair </a:t>
            </a:r>
          </a:p>
          <a:p>
            <a:r>
              <a:rPr lang="fr-FR" sz="2400" dirty="0">
                <a:cs typeface="Arial" panose="020B0604020202020204" pitchFamily="34" charset="0"/>
              </a:rPr>
              <a:t>- Les noms des destinataires doivent être mentionnés. </a:t>
            </a:r>
          </a:p>
          <a:p>
            <a:endParaRPr lang="fr-FR" sz="2400" dirty="0"/>
          </a:p>
        </p:txBody>
      </p:sp>
    </p:spTree>
    <p:extLst>
      <p:ext uri="{BB962C8B-B14F-4D97-AF65-F5344CB8AC3E}">
        <p14:creationId xmlns:p14="http://schemas.microsoft.com/office/powerpoint/2010/main" val="31217675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anim calcmode="lin" valueType="num">
                                      <p:cBhvr>
                                        <p:cTn id="2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1000"/>
                                        <p:tgtEl>
                                          <p:spTgt spid="3">
                                            <p:txEl>
                                              <p:pRg st="5" end="5"/>
                                            </p:txEl>
                                          </p:spTgt>
                                        </p:tgtEl>
                                      </p:cBhvr>
                                    </p:animEffect>
                                    <p:anim calcmode="lin" valueType="num">
                                      <p:cBhvr>
                                        <p:cTn id="3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PRÉSENTATION DE LA NOTE DE SERVICE</a:t>
            </a:r>
            <a:endParaRPr lang="fr-FR" dirty="0"/>
          </a:p>
        </p:txBody>
      </p:sp>
      <p:graphicFrame>
        <p:nvGraphicFramePr>
          <p:cNvPr id="4" name="Tableau 3"/>
          <p:cNvGraphicFramePr>
            <a:graphicFrameLocks noGrp="1"/>
          </p:cNvGraphicFramePr>
          <p:nvPr>
            <p:extLst>
              <p:ext uri="{D42A27DB-BD31-4B8C-83A1-F6EECF244321}">
                <p14:modId xmlns:p14="http://schemas.microsoft.com/office/powerpoint/2010/main" val="4152699154"/>
              </p:ext>
            </p:extLst>
          </p:nvPr>
        </p:nvGraphicFramePr>
        <p:xfrm>
          <a:off x="1585913" y="2400305"/>
          <a:ext cx="8629649" cy="4200525"/>
        </p:xfrm>
        <a:graphic>
          <a:graphicData uri="http://schemas.openxmlformats.org/drawingml/2006/table">
            <a:tbl>
              <a:tblPr firstRow="1" bandRow="1">
                <a:tableStyleId>{5C22544A-7EE6-4342-B048-85BDC9FD1C3A}</a:tableStyleId>
              </a:tblPr>
              <a:tblGrid>
                <a:gridCol w="2529400"/>
                <a:gridCol w="6100249"/>
              </a:tblGrid>
              <a:tr h="753278">
                <a:tc>
                  <a:txBody>
                    <a:bodyPr/>
                    <a:lstStyle/>
                    <a:p>
                      <a:r>
                        <a:rPr lang="fr-FR" sz="1100" b="1" dirty="0" smtClean="0">
                          <a:solidFill>
                            <a:srgbClr val="002060"/>
                          </a:solidFill>
                          <a:latin typeface="Arial-BoldMT"/>
                        </a:rPr>
                        <a:t>En-tête</a:t>
                      </a:r>
                      <a:endParaRPr lang="fr-FR" sz="1100" b="1" dirty="0">
                        <a:solidFill>
                          <a:srgbClr val="002060"/>
                        </a:solidFill>
                        <a:latin typeface="Arial-BoldMT"/>
                      </a:endParaRPr>
                    </a:p>
                  </a:txBody>
                  <a:tcPr marL="91439" marR="91439" marT="45729" marB="457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EFE"/>
                    </a:solidFill>
                  </a:tcPr>
                </a:tc>
                <a:tc>
                  <a:txBody>
                    <a:bodyPr/>
                    <a:lstStyle/>
                    <a:p>
                      <a:pPr eaLnBrk="0" hangingPunct="0"/>
                      <a:r>
                        <a:rPr lang="en-US" sz="1200" b="0" dirty="0" err="1" smtClean="0">
                          <a:solidFill>
                            <a:srgbClr val="002060"/>
                          </a:solidFill>
                          <a:latin typeface="Arial-BoldMT"/>
                        </a:rPr>
                        <a:t>Émetteur</a:t>
                      </a:r>
                      <a:r>
                        <a:rPr lang="en-US" sz="1200" b="0" dirty="0" smtClean="0">
                          <a:solidFill>
                            <a:srgbClr val="002060"/>
                          </a:solidFill>
                          <a:latin typeface="Arial-BoldMT"/>
                        </a:rPr>
                        <a:t>, </a:t>
                      </a:r>
                      <a:r>
                        <a:rPr lang="en-US" sz="1200" b="0" dirty="0" err="1" smtClean="0">
                          <a:solidFill>
                            <a:srgbClr val="002060"/>
                          </a:solidFill>
                          <a:latin typeface="Arial-BoldMT"/>
                        </a:rPr>
                        <a:t>destinataire</a:t>
                      </a:r>
                      <a:r>
                        <a:rPr lang="en-US" sz="1200" b="0" dirty="0" smtClean="0">
                          <a:solidFill>
                            <a:srgbClr val="002060"/>
                          </a:solidFill>
                          <a:latin typeface="Arial-BoldMT"/>
                        </a:rPr>
                        <a:t>, date, objet, </a:t>
                      </a:r>
                      <a:r>
                        <a:rPr lang="en-US" sz="1200" b="0" dirty="0" err="1" smtClean="0">
                          <a:solidFill>
                            <a:srgbClr val="002060"/>
                          </a:solidFill>
                          <a:latin typeface="Arial-BoldMT"/>
                        </a:rPr>
                        <a:t>titre</a:t>
                      </a:r>
                      <a:r>
                        <a:rPr lang="en-US" sz="1200" b="0" dirty="0" smtClean="0">
                          <a:solidFill>
                            <a:srgbClr val="002060"/>
                          </a:solidFill>
                          <a:latin typeface="Arial-BoldMT"/>
                        </a:rPr>
                        <a:t> et n°</a:t>
                      </a:r>
                      <a:endParaRPr lang="en-US" sz="1200" b="0" dirty="0">
                        <a:solidFill>
                          <a:srgbClr val="002060"/>
                        </a:solidFill>
                        <a:latin typeface="Arial-BoldMT"/>
                      </a:endParaRPr>
                    </a:p>
                  </a:txBody>
                  <a:tcPr marL="91439" marR="91439" marT="45729" marB="457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EFE"/>
                    </a:solidFill>
                  </a:tcPr>
                </a:tc>
              </a:tr>
              <a:tr h="741265">
                <a:tc>
                  <a:txBody>
                    <a:bodyPr/>
                    <a:lstStyle/>
                    <a:p>
                      <a:r>
                        <a:rPr lang="fr-FR" sz="1100" b="1" dirty="0" smtClean="0">
                          <a:solidFill>
                            <a:srgbClr val="002060"/>
                          </a:solidFill>
                          <a:latin typeface="Arial-BoldMT"/>
                        </a:rPr>
                        <a:t>Titre</a:t>
                      </a:r>
                      <a:r>
                        <a:rPr lang="fr-FR" sz="1100" b="1" baseline="0" dirty="0" smtClean="0">
                          <a:solidFill>
                            <a:srgbClr val="002060"/>
                          </a:solidFill>
                          <a:latin typeface="Arial-BoldMT"/>
                        </a:rPr>
                        <a:t> civilité</a:t>
                      </a:r>
                    </a:p>
                    <a:p>
                      <a:r>
                        <a:rPr lang="fr-FR" sz="1100" b="1" baseline="0" dirty="0" smtClean="0">
                          <a:solidFill>
                            <a:srgbClr val="002060"/>
                          </a:solidFill>
                          <a:latin typeface="Arial-BoldMT"/>
                        </a:rPr>
                        <a:t>FDP</a:t>
                      </a:r>
                      <a:endParaRPr lang="fr-FR" sz="1100" b="1" dirty="0">
                        <a:solidFill>
                          <a:srgbClr val="002060"/>
                        </a:solidFill>
                        <a:latin typeface="Arial-BoldMT"/>
                      </a:endParaRPr>
                    </a:p>
                  </a:txBody>
                  <a:tcPr marL="91439" marR="91439" marT="45729" marB="457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EFE"/>
                    </a:solidFill>
                  </a:tcPr>
                </a:tc>
                <a:tc>
                  <a:txBody>
                    <a:bodyPr/>
                    <a:lstStyle/>
                    <a:p>
                      <a:pPr eaLnBrk="0" hangingPunct="0"/>
                      <a:r>
                        <a:rPr lang="en-US" sz="1200" b="0" dirty="0" smtClean="0">
                          <a:solidFill>
                            <a:srgbClr val="002060"/>
                          </a:solidFill>
                          <a:latin typeface="Arial-BoldMT"/>
                        </a:rPr>
                        <a:t>Pas de </a:t>
                      </a:r>
                      <a:r>
                        <a:rPr lang="en-US" sz="1200" b="0" dirty="0" err="1" smtClean="0">
                          <a:solidFill>
                            <a:srgbClr val="002060"/>
                          </a:solidFill>
                          <a:latin typeface="Arial-BoldMT"/>
                        </a:rPr>
                        <a:t>titre</a:t>
                      </a:r>
                      <a:r>
                        <a:rPr lang="en-US" sz="1200" b="0" dirty="0" smtClean="0">
                          <a:solidFill>
                            <a:srgbClr val="002060"/>
                          </a:solidFill>
                          <a:latin typeface="Arial-BoldMT"/>
                        </a:rPr>
                        <a:t> de </a:t>
                      </a:r>
                      <a:r>
                        <a:rPr lang="en-US" sz="1200" b="0" dirty="0" err="1" smtClean="0">
                          <a:solidFill>
                            <a:srgbClr val="002060"/>
                          </a:solidFill>
                          <a:latin typeface="Arial-BoldMT"/>
                        </a:rPr>
                        <a:t>civilité</a:t>
                      </a:r>
                      <a:endParaRPr lang="en-US" sz="1200" b="0" dirty="0" smtClean="0">
                        <a:solidFill>
                          <a:srgbClr val="002060"/>
                        </a:solidFill>
                        <a:latin typeface="Arial-BoldMT"/>
                      </a:endParaRPr>
                    </a:p>
                    <a:p>
                      <a:pPr eaLnBrk="0" hangingPunct="0"/>
                      <a:r>
                        <a:rPr lang="en-US" sz="1200" b="0" dirty="0" smtClean="0">
                          <a:solidFill>
                            <a:srgbClr val="002060"/>
                          </a:solidFill>
                          <a:latin typeface="Arial-BoldMT"/>
                        </a:rPr>
                        <a:t>Pas</a:t>
                      </a:r>
                      <a:r>
                        <a:rPr lang="en-US" sz="1200" b="0" baseline="0" dirty="0" smtClean="0">
                          <a:solidFill>
                            <a:srgbClr val="002060"/>
                          </a:solidFill>
                          <a:latin typeface="Arial-BoldMT"/>
                        </a:rPr>
                        <a:t> de </a:t>
                      </a:r>
                      <a:r>
                        <a:rPr lang="en-US" sz="1200" b="0" baseline="0" dirty="0" err="1" smtClean="0">
                          <a:solidFill>
                            <a:srgbClr val="002060"/>
                          </a:solidFill>
                          <a:latin typeface="Arial-BoldMT"/>
                        </a:rPr>
                        <a:t>formule</a:t>
                      </a:r>
                      <a:r>
                        <a:rPr lang="en-US" sz="1200" b="0" baseline="0" dirty="0" smtClean="0">
                          <a:solidFill>
                            <a:srgbClr val="002060"/>
                          </a:solidFill>
                          <a:latin typeface="Arial-BoldMT"/>
                        </a:rPr>
                        <a:t> de politesse</a:t>
                      </a:r>
                      <a:endParaRPr lang="en-US" sz="1200" b="0" dirty="0">
                        <a:solidFill>
                          <a:srgbClr val="002060"/>
                        </a:solidFill>
                        <a:latin typeface="Arial-BoldMT"/>
                      </a:endParaRPr>
                    </a:p>
                  </a:txBody>
                  <a:tcPr marL="91439" marR="91439" marT="45729" marB="457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EFE"/>
                    </a:solidFill>
                  </a:tcPr>
                </a:tc>
              </a:tr>
              <a:tr h="427557">
                <a:tc>
                  <a:txBody>
                    <a:bodyPr/>
                    <a:lstStyle/>
                    <a:p>
                      <a:r>
                        <a:rPr lang="fr-FR" sz="1100" b="1" dirty="0" smtClean="0">
                          <a:solidFill>
                            <a:srgbClr val="002060"/>
                          </a:solidFill>
                          <a:latin typeface="Arial-BoldMT"/>
                        </a:rPr>
                        <a:t>Contenu</a:t>
                      </a:r>
                      <a:endParaRPr lang="fr-FR" sz="1100" b="1" dirty="0">
                        <a:solidFill>
                          <a:srgbClr val="002060"/>
                        </a:solidFill>
                        <a:latin typeface="Arial-BoldMT"/>
                      </a:endParaRPr>
                    </a:p>
                  </a:txBody>
                  <a:tcPr marL="91439" marR="91439" marT="45729" marB="457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EFE"/>
                    </a:solidFill>
                  </a:tcPr>
                </a:tc>
                <a:tc>
                  <a:txBody>
                    <a:bodyPr/>
                    <a:lstStyle/>
                    <a:p>
                      <a:pPr eaLnBrk="0" hangingPunct="0"/>
                      <a:r>
                        <a:rPr lang="en-US" sz="1200" dirty="0" err="1" smtClean="0">
                          <a:latin typeface="Arial-BoldMT"/>
                        </a:rPr>
                        <a:t>Hiérarchisation</a:t>
                      </a:r>
                      <a:r>
                        <a:rPr lang="en-US" sz="1200" dirty="0" smtClean="0">
                          <a:latin typeface="Arial-BoldMT"/>
                        </a:rPr>
                        <a:t> des </a:t>
                      </a:r>
                      <a:r>
                        <a:rPr lang="en-US" sz="1200" dirty="0" err="1" smtClean="0">
                          <a:latin typeface="Arial-BoldMT"/>
                        </a:rPr>
                        <a:t>informations</a:t>
                      </a:r>
                      <a:endParaRPr lang="en-US" sz="1200" dirty="0" smtClean="0">
                        <a:latin typeface="Arial-BoldMT"/>
                      </a:endParaRPr>
                    </a:p>
                  </a:txBody>
                  <a:tcPr marL="91439" marR="91439" marT="45729" marB="457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EFE"/>
                    </a:solidFill>
                  </a:tcPr>
                </a:tc>
              </a:tr>
              <a:tr h="614514">
                <a:tc>
                  <a:txBody>
                    <a:bodyPr/>
                    <a:lstStyle/>
                    <a:p>
                      <a:r>
                        <a:rPr lang="fr-FR" sz="1100" b="1" dirty="0" smtClean="0">
                          <a:solidFill>
                            <a:srgbClr val="002060"/>
                          </a:solidFill>
                          <a:latin typeface="Arial-BoldMT"/>
                        </a:rPr>
                        <a:t>Signataire</a:t>
                      </a:r>
                      <a:endParaRPr lang="fr-FR" sz="1100" b="1" dirty="0">
                        <a:solidFill>
                          <a:srgbClr val="002060"/>
                        </a:solidFill>
                        <a:latin typeface="Arial-BoldMT"/>
                      </a:endParaRPr>
                    </a:p>
                  </a:txBody>
                  <a:tcPr marL="91439" marR="91439" marT="45729" marB="457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EFE"/>
                    </a:solidFill>
                  </a:tcPr>
                </a:tc>
                <a:tc>
                  <a:txBody>
                    <a:bodyPr/>
                    <a:lstStyle/>
                    <a:p>
                      <a:pPr eaLnBrk="0" hangingPunct="0"/>
                      <a:r>
                        <a:rPr lang="en-US" sz="1200" b="0" dirty="0" err="1" smtClean="0">
                          <a:solidFill>
                            <a:srgbClr val="002060"/>
                          </a:solidFill>
                          <a:latin typeface="Arial-BoldMT"/>
                        </a:rPr>
                        <a:t>Prénom</a:t>
                      </a:r>
                      <a:r>
                        <a:rPr lang="en-US" sz="1200" b="0" dirty="0" smtClean="0">
                          <a:solidFill>
                            <a:srgbClr val="002060"/>
                          </a:solidFill>
                          <a:latin typeface="Arial-BoldMT"/>
                        </a:rPr>
                        <a:t> Nom et </a:t>
                      </a:r>
                      <a:r>
                        <a:rPr lang="en-US" sz="1200" b="0" dirty="0" err="1" smtClean="0">
                          <a:solidFill>
                            <a:srgbClr val="002060"/>
                          </a:solidFill>
                          <a:latin typeface="Arial-BoldMT"/>
                        </a:rPr>
                        <a:t>fonction</a:t>
                      </a:r>
                      <a:endParaRPr lang="en-US" sz="1200" b="0" dirty="0" smtClean="0">
                        <a:solidFill>
                          <a:srgbClr val="002060"/>
                        </a:solidFill>
                        <a:latin typeface="Arial-BoldMT"/>
                      </a:endParaRPr>
                    </a:p>
                  </a:txBody>
                  <a:tcPr marL="91439" marR="91439" marT="45729" marB="457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EFE"/>
                    </a:solidFill>
                  </a:tcPr>
                </a:tc>
              </a:tr>
              <a:tr h="616379">
                <a:tc>
                  <a:txBody>
                    <a:bodyPr/>
                    <a:lstStyle/>
                    <a:p>
                      <a:r>
                        <a:rPr lang="fr-FR" sz="1100" b="1" dirty="0" smtClean="0">
                          <a:solidFill>
                            <a:srgbClr val="002060"/>
                          </a:solidFill>
                          <a:latin typeface="Arial-BoldMT"/>
                        </a:rPr>
                        <a:t>Style</a:t>
                      </a:r>
                      <a:endParaRPr lang="fr-FR" sz="1100" b="1" dirty="0">
                        <a:solidFill>
                          <a:srgbClr val="002060"/>
                        </a:solidFill>
                        <a:latin typeface="Arial-BoldMT"/>
                      </a:endParaRPr>
                    </a:p>
                  </a:txBody>
                  <a:tcPr marL="91439" marR="91439" marT="45729" marB="457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EFE"/>
                    </a:solidFill>
                  </a:tcPr>
                </a:tc>
                <a:tc>
                  <a:txBody>
                    <a:bodyPr/>
                    <a:lstStyle/>
                    <a:p>
                      <a:pPr eaLnBrk="0" hangingPunct="0"/>
                      <a:r>
                        <a:rPr lang="en-US" sz="1200" dirty="0" err="1" smtClean="0">
                          <a:latin typeface="Arial-BoldMT"/>
                        </a:rPr>
                        <a:t>Neutre</a:t>
                      </a:r>
                      <a:r>
                        <a:rPr lang="en-US" sz="1200" dirty="0" smtClean="0">
                          <a:latin typeface="Arial-BoldMT"/>
                        </a:rPr>
                        <a:t>, </a:t>
                      </a:r>
                      <a:r>
                        <a:rPr lang="en-US" sz="1200" dirty="0" err="1" smtClean="0">
                          <a:latin typeface="Arial-BoldMT"/>
                        </a:rPr>
                        <a:t>impersonnel</a:t>
                      </a:r>
                      <a:r>
                        <a:rPr lang="en-US" sz="1200" dirty="0" smtClean="0">
                          <a:latin typeface="Arial-BoldMT"/>
                        </a:rPr>
                        <a:t>, </a:t>
                      </a:r>
                      <a:r>
                        <a:rPr lang="en-US" sz="1200" dirty="0" err="1" smtClean="0">
                          <a:latin typeface="Arial-BoldMT"/>
                        </a:rPr>
                        <a:t>clair</a:t>
                      </a:r>
                      <a:r>
                        <a:rPr lang="en-US" sz="1200" dirty="0" smtClean="0">
                          <a:latin typeface="Arial-BoldMT"/>
                        </a:rPr>
                        <a:t>, précis</a:t>
                      </a:r>
                    </a:p>
                    <a:p>
                      <a:pPr eaLnBrk="0" hangingPunct="0"/>
                      <a:r>
                        <a:rPr lang="en-US" sz="1200" dirty="0" smtClean="0">
                          <a:latin typeface="Arial-BoldMT"/>
                        </a:rPr>
                        <a:t>Ton </a:t>
                      </a:r>
                      <a:r>
                        <a:rPr lang="en-US" sz="1200" dirty="0" err="1" smtClean="0">
                          <a:latin typeface="Arial-BoldMT"/>
                        </a:rPr>
                        <a:t>impératif</a:t>
                      </a:r>
                      <a:r>
                        <a:rPr lang="en-US" sz="1200" dirty="0" smtClean="0">
                          <a:latin typeface="Arial-BoldMT"/>
                        </a:rPr>
                        <a:t> </a:t>
                      </a:r>
                      <a:r>
                        <a:rPr lang="en-US" sz="1200" dirty="0" err="1" smtClean="0">
                          <a:latin typeface="Arial-BoldMT"/>
                        </a:rPr>
                        <a:t>mais</a:t>
                      </a:r>
                      <a:r>
                        <a:rPr lang="en-US" sz="1200" dirty="0" smtClean="0">
                          <a:latin typeface="Arial-BoldMT"/>
                        </a:rPr>
                        <a:t> </a:t>
                      </a:r>
                      <a:r>
                        <a:rPr lang="en-US" sz="1200" dirty="0" err="1" smtClean="0">
                          <a:latin typeface="Arial-BoldMT"/>
                        </a:rPr>
                        <a:t>courtois</a:t>
                      </a:r>
                      <a:endParaRPr lang="en-US" sz="1200" b="0" dirty="0">
                        <a:solidFill>
                          <a:srgbClr val="002060"/>
                        </a:solidFill>
                        <a:latin typeface="Arial-BoldMT"/>
                      </a:endParaRPr>
                    </a:p>
                  </a:txBody>
                  <a:tcPr marL="91439" marR="91439" marT="45729" marB="457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EFE"/>
                    </a:solidFill>
                  </a:tcPr>
                </a:tc>
              </a:tr>
              <a:tr h="1047532">
                <a:tc>
                  <a:txBody>
                    <a:bodyPr/>
                    <a:lstStyle/>
                    <a:p>
                      <a:r>
                        <a:rPr lang="fr-FR" sz="1100" b="1" dirty="0" smtClean="0">
                          <a:solidFill>
                            <a:srgbClr val="002060"/>
                          </a:solidFill>
                          <a:latin typeface="Arial-BoldMT"/>
                        </a:rPr>
                        <a:t>Remarques</a:t>
                      </a:r>
                      <a:endParaRPr lang="fr-FR" sz="1100" b="1" dirty="0">
                        <a:solidFill>
                          <a:srgbClr val="002060"/>
                        </a:solidFill>
                        <a:latin typeface="Arial-BoldMT"/>
                      </a:endParaRPr>
                    </a:p>
                  </a:txBody>
                  <a:tcPr marL="91439" marR="91439" marT="45729" marB="457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EFE"/>
                    </a:solidFill>
                  </a:tcPr>
                </a:tc>
                <a:tc>
                  <a:txBody>
                    <a:bodyPr/>
                    <a:lstStyle/>
                    <a:p>
                      <a:pPr eaLnBrk="0" hangingPunct="0"/>
                      <a:r>
                        <a:rPr lang="en-US" sz="1200" dirty="0" smtClean="0">
                          <a:latin typeface="Arial-BoldMT"/>
                        </a:rPr>
                        <a:t>Note </a:t>
                      </a:r>
                      <a:r>
                        <a:rPr lang="en-US" sz="1200" dirty="0" err="1" smtClean="0">
                          <a:latin typeface="Arial-BoldMT"/>
                        </a:rPr>
                        <a:t>d’information</a:t>
                      </a:r>
                      <a:r>
                        <a:rPr lang="en-US" sz="1200" dirty="0" smtClean="0">
                          <a:latin typeface="Arial-BoldMT"/>
                        </a:rPr>
                        <a:t> : transmission </a:t>
                      </a:r>
                      <a:r>
                        <a:rPr lang="en-US" sz="1200" dirty="0" err="1" smtClean="0">
                          <a:latin typeface="Arial-BoldMT"/>
                        </a:rPr>
                        <a:t>d’informations</a:t>
                      </a:r>
                      <a:endParaRPr lang="en-US" sz="1200" dirty="0" smtClean="0">
                        <a:latin typeface="Arial-BoldMT"/>
                      </a:endParaRPr>
                    </a:p>
                    <a:p>
                      <a:pPr eaLnBrk="0" hangingPunct="0"/>
                      <a:endParaRPr lang="en-US" sz="1200" dirty="0" smtClean="0">
                        <a:latin typeface="Arial-BoldMT"/>
                      </a:endParaRPr>
                    </a:p>
                    <a:p>
                      <a:pPr eaLnBrk="0" hangingPunct="0"/>
                      <a:r>
                        <a:rPr lang="en-US" sz="1200" dirty="0" smtClean="0">
                          <a:latin typeface="Arial-BoldMT"/>
                        </a:rPr>
                        <a:t>Note de service : </a:t>
                      </a:r>
                    </a:p>
                    <a:p>
                      <a:pPr eaLnBrk="0" hangingPunct="0"/>
                      <a:r>
                        <a:rPr lang="en-US" sz="1200" dirty="0" err="1" smtClean="0">
                          <a:latin typeface="Arial-BoldMT"/>
                        </a:rPr>
                        <a:t>Ordre</a:t>
                      </a:r>
                      <a:r>
                        <a:rPr lang="en-US" sz="1200" dirty="0" smtClean="0">
                          <a:latin typeface="Arial-BoldMT"/>
                        </a:rPr>
                        <a:t>, </a:t>
                      </a:r>
                      <a:r>
                        <a:rPr lang="en-US" sz="1200" dirty="0" err="1" smtClean="0">
                          <a:latin typeface="Arial-BoldMT"/>
                        </a:rPr>
                        <a:t>consignes</a:t>
                      </a:r>
                      <a:endParaRPr lang="en-US" sz="1200" dirty="0">
                        <a:latin typeface="Arial-BoldMT"/>
                      </a:endParaRPr>
                    </a:p>
                  </a:txBody>
                  <a:tcPr marL="91439" marR="91439" marT="45729" marB="457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EFE"/>
                    </a:solidFill>
                  </a:tcPr>
                </a:tc>
              </a:tr>
            </a:tbl>
          </a:graphicData>
        </a:graphic>
      </p:graphicFrame>
    </p:spTree>
    <p:extLst>
      <p:ext uri="{BB962C8B-B14F-4D97-AF65-F5344CB8AC3E}">
        <p14:creationId xmlns:p14="http://schemas.microsoft.com/office/powerpoint/2010/main" val="199390670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2"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lide(fromRigh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z="3600" dirty="0" smtClean="0"/>
              <a:t>LE COMPTE RENDU</a:t>
            </a:r>
            <a:endParaRPr lang="fr-FR" sz="3600" dirty="0"/>
          </a:p>
        </p:txBody>
      </p:sp>
      <p:sp>
        <p:nvSpPr>
          <p:cNvPr id="3" name="Espace réservé du contenu 2"/>
          <p:cNvSpPr>
            <a:spLocks noGrp="1"/>
          </p:cNvSpPr>
          <p:nvPr>
            <p:ph idx="1"/>
          </p:nvPr>
        </p:nvSpPr>
        <p:spPr/>
        <p:txBody>
          <a:bodyPr/>
          <a:lstStyle/>
          <a:p>
            <a:endParaRPr lang="fr-FR"/>
          </a:p>
        </p:txBody>
      </p:sp>
      <p:sp>
        <p:nvSpPr>
          <p:cNvPr id="4" name="Espace réservé du texte 3"/>
          <p:cNvSpPr>
            <a:spLocks noGrp="1"/>
          </p:cNvSpPr>
          <p:nvPr>
            <p:ph type="body" sz="half" idx="2"/>
          </p:nvPr>
        </p:nvSpPr>
        <p:spPr/>
        <p:txBody>
          <a:bodyPr/>
          <a:lstStyle/>
          <a:p>
            <a:endParaRPr lang="fr-FR"/>
          </a:p>
        </p:txBody>
      </p:sp>
      <p:pic>
        <p:nvPicPr>
          <p:cNvPr id="5" name="Image 4"/>
          <p:cNvPicPr>
            <a:picLocks noChangeAspect="1"/>
          </p:cNvPicPr>
          <p:nvPr/>
        </p:nvPicPr>
        <p:blipFill rotWithShape="1">
          <a:blip r:embed="rId2">
            <a:extLst>
              <a:ext uri="{28A0092B-C50C-407E-A947-70E740481C1C}">
                <a14:useLocalDpi xmlns:a14="http://schemas.microsoft.com/office/drawing/2010/main" val="0"/>
              </a:ext>
            </a:extLst>
          </a:blip>
          <a:srcRect l="64700" t="29000" r="1700" b="39500"/>
          <a:stretch/>
        </p:blipFill>
        <p:spPr>
          <a:xfrm>
            <a:off x="8332316" y="2462522"/>
            <a:ext cx="3312368" cy="3105345"/>
          </a:xfrm>
          <a:prstGeom prst="rect">
            <a:avLst/>
          </a:prstGeom>
        </p:spPr>
      </p:pic>
    </p:spTree>
    <p:extLst>
      <p:ext uri="{BB962C8B-B14F-4D97-AF65-F5344CB8AC3E}">
        <p14:creationId xmlns:p14="http://schemas.microsoft.com/office/powerpoint/2010/main" val="2077983258"/>
      </p:ext>
    </p:extLst>
  </p:cSld>
  <p:clrMapOvr>
    <a:masterClrMapping/>
  </p:clrMapOvr>
  <p:transition spd="slow">
    <p:push dir="u"/>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LE COMPTE RENDU</a:t>
            </a:r>
            <a:endParaRPr lang="fr-FR" dirty="0"/>
          </a:p>
        </p:txBody>
      </p:sp>
      <p:sp>
        <p:nvSpPr>
          <p:cNvPr id="3" name="Espace réservé du contenu 2"/>
          <p:cNvSpPr>
            <a:spLocks noGrp="1"/>
          </p:cNvSpPr>
          <p:nvPr>
            <p:ph idx="1"/>
          </p:nvPr>
        </p:nvSpPr>
        <p:spPr>
          <a:xfrm>
            <a:off x="871538" y="2432049"/>
            <a:ext cx="10672762" cy="3854451"/>
          </a:xfrm>
        </p:spPr>
        <p:txBody>
          <a:bodyPr>
            <a:noAutofit/>
          </a:bodyPr>
          <a:lstStyle/>
          <a:p>
            <a:r>
              <a:rPr lang="fr-FR" sz="2000" dirty="0"/>
              <a:t>Le compte rendu est un document interne à une organisation ou à un groupe de personnes. Il peut avoir un ou plusieurs destinataires. Le rédacteur du compte rendu n’exprime jamais son avis personnel ou ses prises de position.</a:t>
            </a:r>
          </a:p>
          <a:p>
            <a:r>
              <a:rPr lang="fr-FR" sz="2000" b="1" dirty="0"/>
              <a:t>A</a:t>
            </a:r>
            <a:r>
              <a:rPr lang="fr-FR" sz="2000" b="1" dirty="0" smtClean="0"/>
              <a:t>nalytique</a:t>
            </a:r>
            <a:r>
              <a:rPr lang="fr-FR" sz="2000" dirty="0"/>
              <a:t> : plus formel, plus officiel, adopté pour les réunions institutionnelles. Il relate les débats dans l’ordre chronologique en citant le nom (éventuellement la fonction) de chaque intervenant. Les interventions  sont reformulées.</a:t>
            </a:r>
          </a:p>
          <a:p>
            <a:r>
              <a:rPr lang="fr-FR" sz="2000" b="1" dirty="0" smtClean="0"/>
              <a:t>Synthétique</a:t>
            </a:r>
            <a:r>
              <a:rPr lang="fr-FR" sz="2000" dirty="0"/>
              <a:t> : récapitule l’essentiel des débats menés autour des différents points de l’ordre du jour. Le plan suivi est souvent thématique et structuré par des sous-titres</a:t>
            </a:r>
            <a:r>
              <a:rPr lang="fr-FR" sz="2000" dirty="0" smtClean="0"/>
              <a:t>.</a:t>
            </a:r>
          </a:p>
          <a:p>
            <a:r>
              <a:rPr lang="fr-FR" sz="2000" dirty="0" smtClean="0"/>
              <a:t>Nous distinguons 3 types de compte rendu: le compte rendu de réunion, le compte rendu d’activité et le compte rendu de visite de clientèle</a:t>
            </a:r>
          </a:p>
        </p:txBody>
      </p:sp>
    </p:spTree>
    <p:extLst>
      <p:ext uri="{BB962C8B-B14F-4D97-AF65-F5344CB8AC3E}">
        <p14:creationId xmlns:p14="http://schemas.microsoft.com/office/powerpoint/2010/main" val="24838519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PRESENTATION DE COMPTE RENDU</a:t>
            </a:r>
            <a:endParaRPr lang="fr-FR" dirty="0"/>
          </a:p>
        </p:txBody>
      </p:sp>
      <p:sp>
        <p:nvSpPr>
          <p:cNvPr id="3" name="Espace réservé du contenu 2"/>
          <p:cNvSpPr>
            <a:spLocks noGrp="1"/>
          </p:cNvSpPr>
          <p:nvPr>
            <p:ph idx="1"/>
          </p:nvPr>
        </p:nvSpPr>
        <p:spPr>
          <a:xfrm>
            <a:off x="662369" y="2326005"/>
            <a:ext cx="10753725" cy="4160520"/>
          </a:xfrm>
        </p:spPr>
        <p:txBody>
          <a:bodyPr>
            <a:normAutofit/>
          </a:bodyPr>
          <a:lstStyle/>
          <a:p>
            <a:pPr marL="0" indent="0">
              <a:buNone/>
            </a:pPr>
            <a:r>
              <a:rPr lang="fr-FR" dirty="0"/>
              <a:t>Pas de norme de présentation du compte-rendu.</a:t>
            </a:r>
          </a:p>
          <a:p>
            <a:pPr marL="0" indent="0">
              <a:buNone/>
            </a:pPr>
            <a:r>
              <a:rPr lang="fr-FR" dirty="0"/>
              <a:t>Mais des éléments à trouver : </a:t>
            </a:r>
          </a:p>
          <a:p>
            <a:pPr>
              <a:buFont typeface="Wingdings" panose="05000000000000000000" pitchFamily="2" charset="2"/>
              <a:buChar char="§"/>
            </a:pPr>
            <a:r>
              <a:rPr lang="fr-FR" dirty="0"/>
              <a:t>le titre « compte-rendu », </a:t>
            </a:r>
            <a:endParaRPr lang="fr-FR" dirty="0" smtClean="0"/>
          </a:p>
          <a:p>
            <a:pPr>
              <a:buFont typeface="Wingdings" panose="05000000000000000000" pitchFamily="2" charset="2"/>
              <a:buChar char="§"/>
            </a:pPr>
            <a:r>
              <a:rPr lang="fr-FR" dirty="0" smtClean="0"/>
              <a:t>la </a:t>
            </a:r>
            <a:r>
              <a:rPr lang="fr-FR" b="1" dirty="0"/>
              <a:t>date</a:t>
            </a:r>
            <a:r>
              <a:rPr lang="fr-FR" dirty="0"/>
              <a:t> – éventuellement le </a:t>
            </a:r>
            <a:r>
              <a:rPr lang="fr-FR" b="1" dirty="0"/>
              <a:t>lieu-</a:t>
            </a:r>
            <a:r>
              <a:rPr lang="fr-FR" dirty="0"/>
              <a:t> de la réunion </a:t>
            </a:r>
          </a:p>
          <a:p>
            <a:pPr>
              <a:buFont typeface="Wingdings" panose="05000000000000000000" pitchFamily="2" charset="2"/>
              <a:buChar char="§"/>
            </a:pPr>
            <a:r>
              <a:rPr lang="fr-FR" dirty="0" smtClean="0"/>
              <a:t>son </a:t>
            </a:r>
            <a:r>
              <a:rPr lang="fr-FR" b="1" dirty="0"/>
              <a:t>objet</a:t>
            </a:r>
            <a:r>
              <a:rPr lang="fr-FR" dirty="0"/>
              <a:t> principal, </a:t>
            </a:r>
            <a:endParaRPr lang="fr-FR" dirty="0" smtClean="0"/>
          </a:p>
          <a:p>
            <a:pPr>
              <a:buFont typeface="Wingdings" panose="05000000000000000000" pitchFamily="2" charset="2"/>
              <a:buChar char="§"/>
            </a:pPr>
            <a:r>
              <a:rPr lang="fr-FR" dirty="0" smtClean="0"/>
              <a:t>la </a:t>
            </a:r>
            <a:r>
              <a:rPr lang="fr-FR" b="1" dirty="0"/>
              <a:t>liste des personnes présentes</a:t>
            </a:r>
            <a:r>
              <a:rPr lang="fr-FR" dirty="0"/>
              <a:t>, </a:t>
            </a:r>
            <a:r>
              <a:rPr lang="fr-FR" b="1" dirty="0"/>
              <a:t>excusées</a:t>
            </a:r>
            <a:r>
              <a:rPr lang="fr-FR" dirty="0"/>
              <a:t>, </a:t>
            </a:r>
            <a:r>
              <a:rPr lang="fr-FR" b="1" dirty="0"/>
              <a:t>absentes</a:t>
            </a:r>
            <a:r>
              <a:rPr lang="fr-FR" dirty="0"/>
              <a:t>, </a:t>
            </a:r>
            <a:endParaRPr lang="fr-FR" dirty="0" smtClean="0"/>
          </a:p>
          <a:p>
            <a:pPr>
              <a:buFont typeface="Wingdings" panose="05000000000000000000" pitchFamily="2" charset="2"/>
              <a:buChar char="§"/>
            </a:pPr>
            <a:r>
              <a:rPr lang="fr-FR" b="1" dirty="0" smtClean="0"/>
              <a:t>l’heure</a:t>
            </a:r>
            <a:r>
              <a:rPr lang="fr-FR" dirty="0" smtClean="0"/>
              <a:t> </a:t>
            </a:r>
            <a:r>
              <a:rPr lang="fr-FR" dirty="0"/>
              <a:t>de début de séance, </a:t>
            </a:r>
            <a:endParaRPr lang="fr-FR" dirty="0" smtClean="0"/>
          </a:p>
          <a:p>
            <a:pPr>
              <a:buFont typeface="Wingdings" panose="05000000000000000000" pitchFamily="2" charset="2"/>
              <a:buChar char="§"/>
            </a:pPr>
            <a:r>
              <a:rPr lang="fr-FR" dirty="0" smtClean="0"/>
              <a:t>les </a:t>
            </a:r>
            <a:r>
              <a:rPr lang="fr-FR" dirty="0"/>
              <a:t>différents points traités (en fonction de l’ordre du </a:t>
            </a:r>
            <a:r>
              <a:rPr lang="fr-FR" dirty="0" smtClean="0"/>
              <a:t>jour)</a:t>
            </a:r>
          </a:p>
          <a:p>
            <a:pPr>
              <a:buFont typeface="Wingdings" panose="05000000000000000000" pitchFamily="2" charset="2"/>
              <a:buChar char="§"/>
            </a:pPr>
            <a:r>
              <a:rPr lang="fr-FR" dirty="0" smtClean="0"/>
              <a:t>l’essentiel </a:t>
            </a:r>
            <a:r>
              <a:rPr lang="fr-FR" dirty="0"/>
              <a:t>des débats, interventions et décision concernant chacun de ses points </a:t>
            </a:r>
            <a:endParaRPr lang="fr-FR" dirty="0" smtClean="0"/>
          </a:p>
          <a:p>
            <a:pPr>
              <a:buFont typeface="Wingdings" panose="05000000000000000000" pitchFamily="2" charset="2"/>
              <a:buChar char="§"/>
            </a:pPr>
            <a:r>
              <a:rPr lang="fr-FR" dirty="0" smtClean="0"/>
              <a:t> </a:t>
            </a:r>
            <a:r>
              <a:rPr lang="fr-FR" dirty="0"/>
              <a:t>l’heure de fin de séance et éventuellement la date et le lieu de la prochaine réunion</a:t>
            </a:r>
          </a:p>
        </p:txBody>
      </p:sp>
    </p:spTree>
    <p:extLst>
      <p:ext uri="{BB962C8B-B14F-4D97-AF65-F5344CB8AC3E}">
        <p14:creationId xmlns:p14="http://schemas.microsoft.com/office/powerpoint/2010/main" val="52810368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Effect transition="in" filter="fade">
                                      <p:cBhvr>
                                        <p:cTn id="63" dur="1000"/>
                                        <p:tgtEl>
                                          <p:spTgt spid="3">
                                            <p:txEl>
                                              <p:pRg st="8" end="8"/>
                                            </p:txEl>
                                          </p:spTgt>
                                        </p:tgtEl>
                                      </p:cBhvr>
                                    </p:animEffect>
                                    <p:anim calcmode="lin" valueType="num">
                                      <p:cBhvr>
                                        <p:cTn id="6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3">
                                            <p:txEl>
                                              <p:pRg st="9" end="9"/>
                                            </p:txEl>
                                          </p:spTgt>
                                        </p:tgtEl>
                                        <p:attrNameLst>
                                          <p:attrName>style.visibility</p:attrName>
                                        </p:attrNameLst>
                                      </p:cBhvr>
                                      <p:to>
                                        <p:strVal val="visible"/>
                                      </p:to>
                                    </p:set>
                                    <p:animEffect transition="in" filter="fade">
                                      <p:cBhvr>
                                        <p:cTn id="70" dur="1000"/>
                                        <p:tgtEl>
                                          <p:spTgt spid="3">
                                            <p:txEl>
                                              <p:pRg st="9" end="9"/>
                                            </p:txEl>
                                          </p:spTgt>
                                        </p:tgtEl>
                                      </p:cBhvr>
                                    </p:animEffect>
                                    <p:anim calcmode="lin" valueType="num">
                                      <p:cBhvr>
                                        <p:cTn id="71"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72"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z="4000" dirty="0" smtClean="0"/>
              <a:t>LE RAPPORT</a:t>
            </a:r>
            <a:endParaRPr lang="fr-FR" sz="4000" dirty="0"/>
          </a:p>
        </p:txBody>
      </p:sp>
      <p:sp>
        <p:nvSpPr>
          <p:cNvPr id="3" name="Espace réservé du contenu 2"/>
          <p:cNvSpPr>
            <a:spLocks noGrp="1"/>
          </p:cNvSpPr>
          <p:nvPr>
            <p:ph idx="1"/>
          </p:nvPr>
        </p:nvSpPr>
        <p:spPr/>
        <p:txBody>
          <a:bodyPr/>
          <a:lstStyle/>
          <a:p>
            <a:endParaRPr lang="fr-FR"/>
          </a:p>
        </p:txBody>
      </p:sp>
      <p:sp>
        <p:nvSpPr>
          <p:cNvPr id="4" name="Espace réservé du texte 3"/>
          <p:cNvSpPr>
            <a:spLocks noGrp="1"/>
          </p:cNvSpPr>
          <p:nvPr>
            <p:ph type="body" sz="half" idx="2"/>
          </p:nvPr>
        </p:nvSpPr>
        <p:spPr/>
        <p:txBody>
          <a:bodyPr/>
          <a:lstStyle/>
          <a:p>
            <a:endParaRPr lang="fr-FR"/>
          </a:p>
        </p:txBody>
      </p:sp>
      <p:pic>
        <p:nvPicPr>
          <p:cNvPr id="5" name="Image 4"/>
          <p:cNvPicPr>
            <a:picLocks noChangeAspect="1"/>
          </p:cNvPicPr>
          <p:nvPr/>
        </p:nvPicPr>
        <p:blipFill rotWithShape="1">
          <a:blip r:embed="rId2">
            <a:extLst>
              <a:ext uri="{28A0092B-C50C-407E-A947-70E740481C1C}">
                <a14:useLocalDpi xmlns:a14="http://schemas.microsoft.com/office/drawing/2010/main" val="0"/>
              </a:ext>
            </a:extLst>
          </a:blip>
          <a:srcRect l="64700" t="29000" r="1700" b="39500"/>
          <a:stretch/>
        </p:blipFill>
        <p:spPr>
          <a:xfrm>
            <a:off x="8332316" y="2462522"/>
            <a:ext cx="3312368" cy="3105345"/>
          </a:xfrm>
          <a:prstGeom prst="rect">
            <a:avLst/>
          </a:prstGeom>
        </p:spPr>
      </p:pic>
    </p:spTree>
    <p:extLst>
      <p:ext uri="{BB962C8B-B14F-4D97-AF65-F5344CB8AC3E}">
        <p14:creationId xmlns:p14="http://schemas.microsoft.com/office/powerpoint/2010/main" val="3848048088"/>
      </p:ext>
    </p:extLst>
  </p:cSld>
  <p:clrMapOvr>
    <a:masterClrMapping/>
  </p:clrMapOvr>
  <p:transition spd="slow">
    <p:push dir="u"/>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LE RAPPORT</a:t>
            </a:r>
            <a:endParaRPr lang="fr-FR" dirty="0"/>
          </a:p>
        </p:txBody>
      </p:sp>
      <p:sp>
        <p:nvSpPr>
          <p:cNvPr id="3" name="Espace réservé du contenu 2"/>
          <p:cNvSpPr>
            <a:spLocks noGrp="1"/>
          </p:cNvSpPr>
          <p:nvPr>
            <p:ph idx="1"/>
          </p:nvPr>
        </p:nvSpPr>
        <p:spPr>
          <a:xfrm>
            <a:off x="828676" y="2603500"/>
            <a:ext cx="10787062" cy="3416300"/>
          </a:xfrm>
        </p:spPr>
        <p:txBody>
          <a:bodyPr>
            <a:noAutofit/>
          </a:bodyPr>
          <a:lstStyle/>
          <a:p>
            <a:pPr algn="just"/>
            <a:r>
              <a:rPr lang="fr-FR" sz="2000" dirty="0"/>
              <a:t>Le rapport est un document interne qui circule de façon ascendante. Il communique le résultat d’une étude et débouche sur un avis motivé ou sur des propositions susceptibles d’améliorer la situation examinée. </a:t>
            </a:r>
          </a:p>
          <a:p>
            <a:pPr algn="just"/>
            <a:endParaRPr lang="fr-FR" sz="2000" dirty="0"/>
          </a:p>
          <a:p>
            <a:pPr algn="just"/>
            <a:r>
              <a:rPr lang="fr-FR" sz="2000" dirty="0"/>
              <a:t>Il a pour but d’aider à prendre une décision. Il peut être rédigé à la demande d’un supérieur hiérarchique ou à l’initiative d’un collaborateur.</a:t>
            </a:r>
          </a:p>
          <a:p>
            <a:pPr algn="just"/>
            <a:endParaRPr lang="fr-FR" sz="2000" dirty="0"/>
          </a:p>
          <a:p>
            <a:pPr algn="just"/>
            <a:r>
              <a:rPr lang="fr-FR" sz="2000" dirty="0"/>
              <a:t>Sa longueur peut aller de deux à quelques dizaines de pages et la présentation n’est pas normalisée..</a:t>
            </a:r>
          </a:p>
          <a:p>
            <a:pPr algn="just"/>
            <a:endParaRPr lang="fr-FR" sz="2000" dirty="0"/>
          </a:p>
          <a:p>
            <a:pPr algn="just"/>
            <a:endParaRPr lang="fr-FR" sz="2000" dirty="0"/>
          </a:p>
        </p:txBody>
      </p:sp>
    </p:spTree>
    <p:extLst>
      <p:ext uri="{BB962C8B-B14F-4D97-AF65-F5344CB8AC3E}">
        <p14:creationId xmlns:p14="http://schemas.microsoft.com/office/powerpoint/2010/main" val="39334284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1000"/>
                                        <p:tgtEl>
                                          <p:spTgt spid="3">
                                            <p:txEl>
                                              <p:pRg st="4" end="4"/>
                                            </p:txEl>
                                          </p:spTgt>
                                        </p:tgtEl>
                                      </p:cBhvr>
                                    </p:animEffect>
                                    <p:anim calcmode="lin" valueType="num">
                                      <p:cBhvr>
                                        <p:cTn id="2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LE RAPPORT</a:t>
            </a:r>
            <a:endParaRPr lang="fr-FR" dirty="0"/>
          </a:p>
        </p:txBody>
      </p:sp>
      <p:sp>
        <p:nvSpPr>
          <p:cNvPr id="3" name="Espace réservé du contenu 2"/>
          <p:cNvSpPr>
            <a:spLocks noGrp="1"/>
          </p:cNvSpPr>
          <p:nvPr>
            <p:ph idx="1"/>
          </p:nvPr>
        </p:nvSpPr>
        <p:spPr>
          <a:xfrm>
            <a:off x="1154954" y="2603500"/>
            <a:ext cx="10217895" cy="3416300"/>
          </a:xfrm>
        </p:spPr>
        <p:txBody>
          <a:bodyPr>
            <a:normAutofit/>
          </a:bodyPr>
          <a:lstStyle/>
          <a:p>
            <a:pPr algn="just"/>
            <a:r>
              <a:rPr lang="fr-FR" sz="2400" b="1" dirty="0"/>
              <a:t>Les différents rapports :</a:t>
            </a:r>
          </a:p>
          <a:p>
            <a:pPr algn="just"/>
            <a:endParaRPr lang="fr-FR" sz="2400" dirty="0"/>
          </a:p>
          <a:p>
            <a:pPr algn="just"/>
            <a:r>
              <a:rPr lang="fr-FR" sz="2400" dirty="0"/>
              <a:t>Le rapport d’étude : analyse une situation et propose des solutions</a:t>
            </a:r>
          </a:p>
          <a:p>
            <a:pPr algn="just"/>
            <a:r>
              <a:rPr lang="fr-FR" sz="2400" dirty="0"/>
              <a:t>Le rapport d’opportunité : justifie une demande importante (investissement, création de poste, etc...)</a:t>
            </a:r>
          </a:p>
          <a:p>
            <a:pPr algn="just"/>
            <a:r>
              <a:rPr lang="fr-FR" sz="2400" dirty="0"/>
              <a:t>Le rapport de synthèse : fait le point sur un sujet déterminé</a:t>
            </a:r>
          </a:p>
          <a:p>
            <a:pPr algn="just"/>
            <a:endParaRPr lang="fr-FR" sz="2400" dirty="0"/>
          </a:p>
        </p:txBody>
      </p:sp>
    </p:spTree>
    <p:extLst>
      <p:ext uri="{BB962C8B-B14F-4D97-AF65-F5344CB8AC3E}">
        <p14:creationId xmlns:p14="http://schemas.microsoft.com/office/powerpoint/2010/main" val="3477950766"/>
      </p:ext>
    </p:extLst>
  </p:cSld>
  <p:clrMapOvr>
    <a:masterClrMapping/>
  </p:clrMapOvr>
  <p:transition spd="slow">
    <p:push dir="u"/>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VOCABULAIRE ADMINISTRATIF</a:t>
            </a:r>
            <a:endParaRPr lang="fr-FR" dirty="0"/>
          </a:p>
        </p:txBody>
      </p:sp>
      <p:sp>
        <p:nvSpPr>
          <p:cNvPr id="3" name="Espace réservé du contenu 2"/>
          <p:cNvSpPr>
            <a:spLocks noGrp="1"/>
          </p:cNvSpPr>
          <p:nvPr>
            <p:ph idx="1"/>
          </p:nvPr>
        </p:nvSpPr>
        <p:spPr>
          <a:xfrm>
            <a:off x="657225" y="2414588"/>
            <a:ext cx="10872788" cy="3605212"/>
          </a:xfrm>
        </p:spPr>
        <p:txBody>
          <a:bodyPr>
            <a:noAutofit/>
          </a:bodyPr>
          <a:lstStyle/>
          <a:p>
            <a:pPr algn="just"/>
            <a:r>
              <a:rPr lang="fr-FR" sz="1800" b="1" dirty="0"/>
              <a:t>1- Les formules </a:t>
            </a:r>
            <a:r>
              <a:rPr lang="fr-FR" sz="1800" b="1" dirty="0" smtClean="0"/>
              <a:t>introductives</a:t>
            </a:r>
          </a:p>
          <a:p>
            <a:pPr algn="just"/>
            <a:r>
              <a:rPr lang="fr-FR" sz="1800" dirty="0"/>
              <a:t>« par communication </a:t>
            </a:r>
            <a:r>
              <a:rPr lang="fr-FR" sz="1800" dirty="0" err="1"/>
              <a:t>téléphonique</a:t>
            </a:r>
            <a:r>
              <a:rPr lang="fr-FR" sz="1800" dirty="0"/>
              <a:t> en date de ..... , lors de la visite que vous avez </a:t>
            </a:r>
            <a:r>
              <a:rPr lang="fr-FR" sz="1800" dirty="0" err="1"/>
              <a:t>effectuée</a:t>
            </a:r>
            <a:r>
              <a:rPr lang="fr-FR" sz="1800" dirty="0"/>
              <a:t>..... , à la rencontre de parents d’</a:t>
            </a:r>
            <a:r>
              <a:rPr lang="fr-FR" sz="1800" dirty="0" err="1"/>
              <a:t>élèves</a:t>
            </a:r>
            <a:r>
              <a:rPr lang="fr-FR" sz="1800" dirty="0"/>
              <a:t> du.......... » </a:t>
            </a:r>
          </a:p>
          <a:p>
            <a:pPr algn="just"/>
            <a:r>
              <a:rPr lang="fr-FR" sz="1800" dirty="0"/>
              <a:t>« Par lettre ou par votre lettre du .......... , en </a:t>
            </a:r>
            <a:r>
              <a:rPr lang="fr-FR" sz="1800" dirty="0" err="1"/>
              <a:t>réponse</a:t>
            </a:r>
            <a:r>
              <a:rPr lang="fr-FR" sz="1800" dirty="0"/>
              <a:t> à votre..... , me </a:t>
            </a:r>
            <a:r>
              <a:rPr lang="fr-FR" sz="1800" dirty="0" err="1"/>
              <a:t>référant</a:t>
            </a:r>
            <a:r>
              <a:rPr lang="fr-FR" sz="1800" dirty="0"/>
              <a:t> à....., pour </a:t>
            </a:r>
            <a:r>
              <a:rPr lang="fr-FR" sz="1800" dirty="0" err="1"/>
              <a:t>répondre</a:t>
            </a:r>
            <a:r>
              <a:rPr lang="fr-FR" sz="1800" dirty="0"/>
              <a:t> à .........., comme suite à ........... : » </a:t>
            </a:r>
            <a:endParaRPr lang="fr-FR" sz="1800" dirty="0" smtClean="0"/>
          </a:p>
          <a:p>
            <a:pPr algn="just"/>
            <a:r>
              <a:rPr lang="fr-FR" sz="1800" b="1" dirty="0"/>
              <a:t>2- Les formules d’exposition ou de </a:t>
            </a:r>
            <a:r>
              <a:rPr lang="fr-FR" sz="1800" b="1" dirty="0" smtClean="0"/>
              <a:t>discussion</a:t>
            </a:r>
          </a:p>
          <a:p>
            <a:pPr algn="just"/>
            <a:r>
              <a:rPr lang="fr-FR" sz="1800" b="1" dirty="0"/>
              <a:t>«</a:t>
            </a:r>
            <a:r>
              <a:rPr lang="fr-FR" sz="1800" dirty="0"/>
              <a:t>Je ne manquerai pas de demander l’avis du chef de village sur le comportement du Greffier en Chef </a:t>
            </a:r>
            <a:r>
              <a:rPr lang="fr-FR" sz="1800" dirty="0" err="1"/>
              <a:t>résidant</a:t>
            </a:r>
            <a:r>
              <a:rPr lang="fr-FR" sz="1800" dirty="0"/>
              <a:t> à Yao</a:t>
            </a:r>
            <a:r>
              <a:rPr lang="fr-FR" sz="1800" b="1" dirty="0"/>
              <a:t>»</a:t>
            </a:r>
            <a:r>
              <a:rPr lang="fr-FR" sz="1800" dirty="0"/>
              <a:t> </a:t>
            </a:r>
          </a:p>
          <a:p>
            <a:pPr algn="just"/>
            <a:r>
              <a:rPr lang="fr-FR" sz="1800" b="1" dirty="0"/>
              <a:t>3- Les formules de </a:t>
            </a:r>
            <a:r>
              <a:rPr lang="fr-FR" sz="1800" b="1" dirty="0" smtClean="0"/>
              <a:t>conclusions</a:t>
            </a:r>
          </a:p>
          <a:p>
            <a:pPr algn="just"/>
            <a:endParaRPr lang="fr-FR" sz="1800" dirty="0"/>
          </a:p>
          <a:p>
            <a:pPr algn="just"/>
            <a:r>
              <a:rPr lang="fr-FR" sz="1800" b="1" dirty="0"/>
              <a:t>4- Les formules finales</a:t>
            </a:r>
          </a:p>
          <a:p>
            <a:pPr algn="just"/>
            <a:endParaRPr lang="fr-FR" sz="1800" b="1" dirty="0" smtClean="0"/>
          </a:p>
          <a:p>
            <a:pPr algn="just"/>
            <a:endParaRPr lang="fr-FR" sz="1800" dirty="0"/>
          </a:p>
        </p:txBody>
      </p:sp>
    </p:spTree>
    <p:extLst>
      <p:ext uri="{BB962C8B-B14F-4D97-AF65-F5344CB8AC3E}">
        <p14:creationId xmlns:p14="http://schemas.microsoft.com/office/powerpoint/2010/main" val="261650149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Effect transition="in" filter="fade">
                                      <p:cBhvr>
                                        <p:cTn id="49" dur="1000"/>
                                        <p:tgtEl>
                                          <p:spTgt spid="3">
                                            <p:txEl>
                                              <p:pRg st="7" end="7"/>
                                            </p:txEl>
                                          </p:spTgt>
                                        </p:tgtEl>
                                      </p:cBhvr>
                                    </p:animEffect>
                                    <p:anim calcmode="lin" valueType="num">
                                      <p:cBhvr>
                                        <p:cTn id="50"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CONCLUSION</a:t>
            </a:r>
            <a:endParaRPr lang="fr-FR" dirty="0"/>
          </a:p>
        </p:txBody>
      </p:sp>
      <p:sp>
        <p:nvSpPr>
          <p:cNvPr id="3" name="Espace réservé du contenu 2"/>
          <p:cNvSpPr>
            <a:spLocks noGrp="1"/>
          </p:cNvSpPr>
          <p:nvPr>
            <p:ph idx="1"/>
          </p:nvPr>
        </p:nvSpPr>
        <p:spPr>
          <a:xfrm>
            <a:off x="671512" y="2540317"/>
            <a:ext cx="10753725" cy="4317683"/>
          </a:xfrm>
        </p:spPr>
        <p:txBody>
          <a:bodyPr>
            <a:normAutofit/>
          </a:bodyPr>
          <a:lstStyle/>
          <a:p>
            <a:r>
              <a:rPr lang="fr-FR" dirty="0"/>
              <a:t>On retiendra que Un écrit professionnel  se doit</a:t>
            </a:r>
            <a:r>
              <a:rPr lang="fr-FR" dirty="0" smtClean="0"/>
              <a:t>:</a:t>
            </a:r>
            <a:endParaRPr lang="fr-FR" dirty="0"/>
          </a:p>
          <a:p>
            <a:r>
              <a:rPr lang="fr-FR" dirty="0"/>
              <a:t>De respecter les CARACTERISTIQUES que nous avons vu plus haut, </a:t>
            </a:r>
          </a:p>
          <a:p>
            <a:r>
              <a:rPr lang="fr-FR" dirty="0"/>
              <a:t>Suivant son orientation descendante ou ascendante elle devra utiliser des expressions particulières liées à son contexte</a:t>
            </a:r>
            <a:r>
              <a:rPr lang="fr-FR" dirty="0" smtClean="0"/>
              <a:t>,</a:t>
            </a:r>
            <a:endParaRPr lang="fr-FR" dirty="0"/>
          </a:p>
          <a:p>
            <a:r>
              <a:rPr lang="fr-FR" dirty="0"/>
              <a:t>Suivant sa forme (note de service, mémo, mail, post </a:t>
            </a:r>
            <a:r>
              <a:rPr lang="fr-FR" dirty="0" err="1"/>
              <a:t>it</a:t>
            </a:r>
            <a:r>
              <a:rPr lang="fr-FR" dirty="0"/>
              <a:t>, lettre) elle devra respecter une architecture particulière</a:t>
            </a:r>
            <a:r>
              <a:rPr lang="fr-FR" dirty="0" smtClean="0"/>
              <a:t>.</a:t>
            </a:r>
            <a:endParaRPr lang="fr-FR" dirty="0"/>
          </a:p>
          <a:p>
            <a:r>
              <a:rPr lang="fr-FR" dirty="0"/>
              <a:t>Le vocabulaire et les expressions administratives se doivent d’être respectés en accord avec le contexte du document rédigé. </a:t>
            </a:r>
            <a:endParaRPr lang="fr-FR" dirty="0" smtClean="0"/>
          </a:p>
          <a:p>
            <a:r>
              <a:rPr lang="fr-FR" dirty="0" smtClean="0"/>
              <a:t>Pour une rédaction correcte il faudrait avoir un vocabulaire précis, des idées clairement exprimées, par exemple une idée, un paragraphe avec l’utilisation de mot de liaison, et sans faute d’orthographe</a:t>
            </a:r>
            <a:endParaRPr lang="fr-FR" dirty="0"/>
          </a:p>
          <a:p>
            <a:endParaRPr lang="fr-FR" dirty="0"/>
          </a:p>
        </p:txBody>
      </p:sp>
    </p:spTree>
    <p:extLst>
      <p:ext uri="{BB962C8B-B14F-4D97-AF65-F5344CB8AC3E}">
        <p14:creationId xmlns:p14="http://schemas.microsoft.com/office/powerpoint/2010/main" val="123478949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QUESTIONS ET SUGGESTIONS</a:t>
            </a:r>
            <a:endParaRPr lang="fr-FR" dirty="0"/>
          </a:p>
        </p:txBody>
      </p:sp>
      <p:pic>
        <p:nvPicPr>
          <p:cNvPr id="4" name="Picture 2" descr="ésultat de recherche d'images pour &quot;questions&quot;"/>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2934669" y="2603500"/>
            <a:ext cx="5203474"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9711505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irection Ion">
  <a:themeElements>
    <a:clrScheme name="Direction Ion">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Direction 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irection 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A3AB87EF-B655-4FFF-8D05-F333AD7F2789}"/>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345</TotalTime>
  <Words>1744</Words>
  <Application>Microsoft Office PowerPoint</Application>
  <PresentationFormat>Grand écran</PresentationFormat>
  <Paragraphs>266</Paragraphs>
  <Slides>35</Slides>
  <Notes>8</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35</vt:i4>
      </vt:variant>
    </vt:vector>
  </HeadingPairs>
  <TitlesOfParts>
    <vt:vector size="44" baseType="lpstr">
      <vt:lpstr>Arial</vt:lpstr>
      <vt:lpstr>Arial-BoldMT</vt:lpstr>
      <vt:lpstr>Calibri</vt:lpstr>
      <vt:lpstr>Century Gothic</vt:lpstr>
      <vt:lpstr>Times New Roman</vt:lpstr>
      <vt:lpstr>Verdana</vt:lpstr>
      <vt:lpstr>Wingdings</vt:lpstr>
      <vt:lpstr>Wingdings 3</vt:lpstr>
      <vt:lpstr>Direction Ion</vt:lpstr>
      <vt:lpstr>LES ECRITS PROFESSIONNELS</vt:lpstr>
      <vt:lpstr>PLAN DE TRAVAIL</vt:lpstr>
      <vt:lpstr>INTRODUCTION</vt:lpstr>
      <vt:lpstr>DÉFINITION</vt:lpstr>
      <vt:lpstr>LES DIFFÉRENTS TYPES D’ÉCRITS PROFESSIONNELS</vt:lpstr>
      <vt:lpstr>LE CHOIX DU TYPE D’ÉCRIT</vt:lpstr>
      <vt:lpstr>COURRIER EXTERNE</vt:lpstr>
      <vt:lpstr>La lettre</vt:lpstr>
      <vt:lpstr>TYPOLOGIE DES LETTRES (PROS) </vt:lpstr>
      <vt:lpstr>PRÉSENTATION NORMALISÉE </vt:lpstr>
      <vt:lpstr>PRÉSENTATION NORMALISÉE </vt:lpstr>
      <vt:lpstr>La télécopie</vt:lpstr>
      <vt:lpstr>PRÉSENTATION DE LA TÉLÉCOPIE</vt:lpstr>
      <vt:lpstr>LA TELEPOCIE</vt:lpstr>
      <vt:lpstr>PRESENTATION</vt:lpstr>
      <vt:lpstr>Le courrier électronique</vt:lpstr>
      <vt:lpstr>COURRIER ELECTRONIQUE</vt:lpstr>
      <vt:lpstr>PRÉSENTATION D’UN COURRIER ÉLECTRONIQUE</vt:lpstr>
      <vt:lpstr>COURRIER INTERNE</vt:lpstr>
      <vt:lpstr>LA NOTE</vt:lpstr>
      <vt:lpstr>LA NOTE</vt:lpstr>
      <vt:lpstr>LA NOTE DE SERVICE</vt:lpstr>
      <vt:lpstr>AUTRES NOTES</vt:lpstr>
      <vt:lpstr>REGLES DE FOND</vt:lpstr>
      <vt:lpstr>REGLES DE FORME</vt:lpstr>
      <vt:lpstr>PRÉSENTATION DE LA NOTE DE SERVICE</vt:lpstr>
      <vt:lpstr>LE COMPTE RENDU</vt:lpstr>
      <vt:lpstr>LE COMPTE RENDU</vt:lpstr>
      <vt:lpstr>PRESENTATION DE COMPTE RENDU</vt:lpstr>
      <vt:lpstr>LE RAPPORT</vt:lpstr>
      <vt:lpstr>LE RAPPORT</vt:lpstr>
      <vt:lpstr>LE RAPPORT</vt:lpstr>
      <vt:lpstr>VOCABULAIRE ADMINISTRATIF</vt:lpstr>
      <vt:lpstr>CONCLUSION</vt:lpstr>
      <vt:lpstr>QUESTIONS ET SUGGESTIONS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 ECRITS PROFESSIONNELS</dc:title>
  <dc:creator>HP</dc:creator>
  <cp:lastModifiedBy>HP</cp:lastModifiedBy>
  <cp:revision>25</cp:revision>
  <dcterms:created xsi:type="dcterms:W3CDTF">2017-06-04T21:45:50Z</dcterms:created>
  <dcterms:modified xsi:type="dcterms:W3CDTF">2017-06-06T11:11:24Z</dcterms:modified>
</cp:coreProperties>
</file>